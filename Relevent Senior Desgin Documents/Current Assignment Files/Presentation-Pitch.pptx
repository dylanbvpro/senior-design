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7" r:id="rId4"/>
    <p:sldMasterId id="214748372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Hanken Grotesk Medium"/>
      <p:regular r:id="rId24"/>
      <p:bold r:id="rId25"/>
      <p:italic r:id="rId26"/>
      <p:boldItalic r:id="rId27"/>
    </p:embeddedFont>
    <p:embeddedFont>
      <p:font typeface="DM Sans Medium"/>
      <p:regular r:id="rId28"/>
      <p:bold r:id="rId29"/>
      <p:italic r:id="rId30"/>
      <p:boldItalic r:id="rId31"/>
    </p:embeddedFont>
    <p:embeddedFont>
      <p:font typeface="Neuton Light"/>
      <p:regular r:id="rId32"/>
      <p:bold r:id="rId33"/>
      <p:boldItalic r:id="rId34"/>
    </p:embeddedFont>
    <p:embeddedFont>
      <p:font typeface="Hanken Grotesk"/>
      <p:regular r:id="rId35"/>
      <p:bold r:id="rId36"/>
      <p:italic r:id="rId37"/>
      <p:boldItalic r:id="rId38"/>
    </p:embeddedFont>
    <p:embeddedFont>
      <p:font typeface="Chakra Petch Medium"/>
      <p:regular r:id="rId39"/>
      <p:bold r:id="rId40"/>
      <p:italic r:id="rId41"/>
      <p:boldItalic r:id="rId42"/>
    </p:embeddedFont>
    <p:embeddedFont>
      <p:font typeface="Hanken Grotesk SemiBold"/>
      <p:regular r:id="rId43"/>
      <p:bold r:id="rId44"/>
      <p:italic r:id="rId45"/>
      <p:boldItalic r:id="rId46"/>
    </p:embeddedFont>
    <p:embeddedFont>
      <p:font typeface="Neuton"/>
      <p:regular r:id="rId47"/>
      <p:bold r:id="rId48"/>
      <p:italic r:id="rId49"/>
    </p:embeddedFont>
    <p:embeddedFont>
      <p:font typeface="Chakra Petch SemiBold"/>
      <p:regular r:id="rId50"/>
      <p:bold r:id="rId51"/>
      <p:italic r:id="rId52"/>
      <p:boldItalic r:id="rId53"/>
    </p:embeddedFont>
    <p:embeddedFont>
      <p:font typeface="Hanken Grotesk Light"/>
      <p:regular r:id="rId54"/>
      <p:bold r:id="rId55"/>
      <p:italic r:id="rId56"/>
      <p:boldItalic r:id="rId57"/>
    </p:embeddedFont>
    <p:embeddedFont>
      <p:font typeface="DM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hakraPetchMedium-bold.fntdata"/><Relationship Id="rId42" Type="http://schemas.openxmlformats.org/officeDocument/2006/relationships/font" Target="fonts/ChakraPetchMedium-boldItalic.fntdata"/><Relationship Id="rId41" Type="http://schemas.openxmlformats.org/officeDocument/2006/relationships/font" Target="fonts/ChakraPetchMedium-italic.fntdata"/><Relationship Id="rId44" Type="http://schemas.openxmlformats.org/officeDocument/2006/relationships/font" Target="fonts/HankenGroteskSemiBold-bold.fntdata"/><Relationship Id="rId43" Type="http://schemas.openxmlformats.org/officeDocument/2006/relationships/font" Target="fonts/HankenGroteskSemiBold-regular.fntdata"/><Relationship Id="rId46" Type="http://schemas.openxmlformats.org/officeDocument/2006/relationships/font" Target="fonts/HankenGroteskSemiBold-boldItalic.fntdata"/><Relationship Id="rId45" Type="http://schemas.openxmlformats.org/officeDocument/2006/relationships/font" Target="fonts/HankenGrotesk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Neuton-bold.fntdata"/><Relationship Id="rId47" Type="http://schemas.openxmlformats.org/officeDocument/2006/relationships/font" Target="fonts/Neuton-regular.fntdata"/><Relationship Id="rId49" Type="http://schemas.openxmlformats.org/officeDocument/2006/relationships/font" Target="fonts/Neuton-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Medium-boldItalic.fntdata"/><Relationship Id="rId30" Type="http://schemas.openxmlformats.org/officeDocument/2006/relationships/font" Target="fonts/DMSansMedium-italic.fntdata"/><Relationship Id="rId33" Type="http://schemas.openxmlformats.org/officeDocument/2006/relationships/font" Target="fonts/NeutonLight-bold.fntdata"/><Relationship Id="rId32" Type="http://schemas.openxmlformats.org/officeDocument/2006/relationships/font" Target="fonts/NeutonLight-regular.fntdata"/><Relationship Id="rId35" Type="http://schemas.openxmlformats.org/officeDocument/2006/relationships/font" Target="fonts/HankenGrotesk-regular.fntdata"/><Relationship Id="rId34" Type="http://schemas.openxmlformats.org/officeDocument/2006/relationships/font" Target="fonts/NeutonLight-boldItalic.fntdata"/><Relationship Id="rId37" Type="http://schemas.openxmlformats.org/officeDocument/2006/relationships/font" Target="fonts/HankenGrotesk-italic.fntdata"/><Relationship Id="rId36" Type="http://schemas.openxmlformats.org/officeDocument/2006/relationships/font" Target="fonts/HankenGrotesk-bold.fntdata"/><Relationship Id="rId39" Type="http://schemas.openxmlformats.org/officeDocument/2006/relationships/font" Target="fonts/ChakraPetchMedium-regular.fntdata"/><Relationship Id="rId38" Type="http://schemas.openxmlformats.org/officeDocument/2006/relationships/font" Target="fonts/HankenGrotesk-boldItalic.fntdata"/><Relationship Id="rId61" Type="http://schemas.openxmlformats.org/officeDocument/2006/relationships/font" Target="fonts/DM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HankenGroteskMedium-regular.fntdata"/><Relationship Id="rId23" Type="http://schemas.openxmlformats.org/officeDocument/2006/relationships/slide" Target="slides/slide17.xml"/><Relationship Id="rId60" Type="http://schemas.openxmlformats.org/officeDocument/2006/relationships/font" Target="fonts/DMSans-italic.fntdata"/><Relationship Id="rId26" Type="http://schemas.openxmlformats.org/officeDocument/2006/relationships/font" Target="fonts/HankenGroteskMedium-italic.fntdata"/><Relationship Id="rId25" Type="http://schemas.openxmlformats.org/officeDocument/2006/relationships/font" Target="fonts/HankenGroteskMedium-bold.fntdata"/><Relationship Id="rId28" Type="http://schemas.openxmlformats.org/officeDocument/2006/relationships/font" Target="fonts/DMSansMedium-regular.fntdata"/><Relationship Id="rId27" Type="http://schemas.openxmlformats.org/officeDocument/2006/relationships/font" Target="fonts/HankenGroteskMedium-boldItalic.fntdata"/><Relationship Id="rId29" Type="http://schemas.openxmlformats.org/officeDocument/2006/relationships/font" Target="fonts/DMSansMedium-bold.fntdata"/><Relationship Id="rId51" Type="http://schemas.openxmlformats.org/officeDocument/2006/relationships/font" Target="fonts/ChakraPetchSemiBold-bold.fntdata"/><Relationship Id="rId50" Type="http://schemas.openxmlformats.org/officeDocument/2006/relationships/font" Target="fonts/ChakraPetchSemiBold-regular.fntdata"/><Relationship Id="rId53" Type="http://schemas.openxmlformats.org/officeDocument/2006/relationships/font" Target="fonts/ChakraPetchSemiBold-boldItalic.fntdata"/><Relationship Id="rId52" Type="http://schemas.openxmlformats.org/officeDocument/2006/relationships/font" Target="fonts/ChakraPetchSemiBold-italic.fntdata"/><Relationship Id="rId11" Type="http://schemas.openxmlformats.org/officeDocument/2006/relationships/slide" Target="slides/slide5.xml"/><Relationship Id="rId55" Type="http://schemas.openxmlformats.org/officeDocument/2006/relationships/font" Target="fonts/HankenGroteskLight-bold.fntdata"/><Relationship Id="rId10" Type="http://schemas.openxmlformats.org/officeDocument/2006/relationships/slide" Target="slides/slide4.xml"/><Relationship Id="rId54" Type="http://schemas.openxmlformats.org/officeDocument/2006/relationships/font" Target="fonts/HankenGroteskLight-regular.fntdata"/><Relationship Id="rId13" Type="http://schemas.openxmlformats.org/officeDocument/2006/relationships/slide" Target="slides/slide7.xml"/><Relationship Id="rId57" Type="http://schemas.openxmlformats.org/officeDocument/2006/relationships/font" Target="fonts/HankenGroteskLight-boldItalic.fntdata"/><Relationship Id="rId12" Type="http://schemas.openxmlformats.org/officeDocument/2006/relationships/slide" Target="slides/slide6.xml"/><Relationship Id="rId56" Type="http://schemas.openxmlformats.org/officeDocument/2006/relationships/font" Target="fonts/HankenGroteskLight-italic.fntdata"/><Relationship Id="rId15" Type="http://schemas.openxmlformats.org/officeDocument/2006/relationships/slide" Target="slides/slide9.xml"/><Relationship Id="rId59" Type="http://schemas.openxmlformats.org/officeDocument/2006/relationships/font" Target="fonts/DMSans-bold.fntdata"/><Relationship Id="rId14" Type="http://schemas.openxmlformats.org/officeDocument/2006/relationships/slide" Target="slides/slide8.xml"/><Relationship Id="rId58" Type="http://schemas.openxmlformats.org/officeDocument/2006/relationships/font" Target="fonts/DM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9da0fe29cf_0_1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9da0fe29cf_0_1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9da0fe29cf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39da0fe29cf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9da0fe29cf_0_1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9da0fe29cf_0_1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9da0fe29cf_0_1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9da0fe29cf_0_1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9da0fe29cf_0_1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39da0fe29cf_0_1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9da0fe29cf_0_1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9da0fe29cf_0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9da0fe29cf_0_1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9da0fe29cf_0_1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9da0fe29cf_0_1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39da0fe29cf_0_1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9da0fe29cf_0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9da0fe29cf_0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9da0fe29cf_0_2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9da0fe29cf_0_2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9da0fe29cf_0_2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9da0fe29cf_0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9da0fe29cf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9da0fe29cf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9da0fe29cf_0_2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39da0fe29cf_0_2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9da0fe29cf_0_2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9da0fe29cf_0_2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9da0fe29cf_0_2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9da0fe29cf_0_2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9da0fe29cf_0_1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9da0fe29cf_0_1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9da0fe29cf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39da0fe29cf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Background">
  <p:cSld name="CUSTOM">
    <p:bg>
      <p:bgPr>
        <a:solidFill>
          <a:schemeClr val="dk2"/>
        </a:solidFill>
      </p:bgPr>
    </p:bg>
    <p:spTree>
      <p:nvGrpSpPr>
        <p:cNvPr id="9" name="Shape 9"/>
        <p:cNvGrpSpPr/>
        <p:nvPr/>
      </p:nvGrpSpPr>
      <p:grpSpPr>
        <a:xfrm>
          <a:off x="0" y="0"/>
          <a:ext cx="0" cy="0"/>
          <a:chOff x="0" y="0"/>
          <a:chExt cx="0" cy="0"/>
        </a:xfrm>
      </p:grpSpPr>
      <p:sp>
        <p:nvSpPr>
          <p:cNvPr id="10" name="Google Shape;10;p2"/>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11" name="Google Shape;11;p2"/>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
        <p:nvSpPr>
          <p:cNvPr id="12" name="Google Shape;12;p2"/>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13" name="Google Shape;13;p2"/>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SzPts val="1000"/>
              <a:buFont typeface="Hanken Grotesk"/>
              <a:buChar char="●"/>
              <a:defRPr/>
            </a:lvl1pPr>
            <a:lvl2pPr indent="-292100" lvl="1" marL="914400">
              <a:spcBef>
                <a:spcPts val="0"/>
              </a:spcBef>
              <a:spcAft>
                <a:spcPts val="0"/>
              </a:spcAft>
              <a:buSzPts val="1000"/>
              <a:buFont typeface="Hanken Grotesk"/>
              <a:buChar char="○"/>
              <a:defRPr/>
            </a:lvl2pPr>
            <a:lvl3pPr indent="-292100" lvl="2" marL="1371600">
              <a:spcBef>
                <a:spcPts val="0"/>
              </a:spcBef>
              <a:spcAft>
                <a:spcPts val="0"/>
              </a:spcAft>
              <a:buSzPts val="1000"/>
              <a:buFont typeface="Hanken Grotesk"/>
              <a:buChar char="■"/>
              <a:defRPr/>
            </a:lvl3pPr>
            <a:lvl4pPr indent="-292100" lvl="3" marL="1828800">
              <a:spcBef>
                <a:spcPts val="0"/>
              </a:spcBef>
              <a:spcAft>
                <a:spcPts val="0"/>
              </a:spcAft>
              <a:buSzPts val="1000"/>
              <a:buFont typeface="Hanken Grotesk"/>
              <a:buChar char="●"/>
              <a:defRPr/>
            </a:lvl4pPr>
            <a:lvl5pPr indent="-292100" lvl="4" marL="2286000">
              <a:spcBef>
                <a:spcPts val="0"/>
              </a:spcBef>
              <a:spcAft>
                <a:spcPts val="0"/>
              </a:spcAft>
              <a:buSzPts val="1000"/>
              <a:buFont typeface="Hanken Grotesk"/>
              <a:buChar char="○"/>
              <a:defRPr/>
            </a:lvl5pPr>
            <a:lvl6pPr indent="-292100" lvl="5" marL="2743200">
              <a:spcBef>
                <a:spcPts val="0"/>
              </a:spcBef>
              <a:spcAft>
                <a:spcPts val="0"/>
              </a:spcAft>
              <a:buSzPts val="1000"/>
              <a:buFont typeface="Hanken Grotesk"/>
              <a:buChar char="■"/>
              <a:defRPr/>
            </a:lvl6pPr>
            <a:lvl7pPr indent="-292100" lvl="6" marL="3200400">
              <a:spcBef>
                <a:spcPts val="0"/>
              </a:spcBef>
              <a:spcAft>
                <a:spcPts val="0"/>
              </a:spcAft>
              <a:buSzPts val="1000"/>
              <a:buFont typeface="Hanken Grotesk"/>
              <a:buChar char="●"/>
              <a:defRPr/>
            </a:lvl7pPr>
            <a:lvl8pPr indent="-292100" lvl="7" marL="3657600">
              <a:spcBef>
                <a:spcPts val="0"/>
              </a:spcBef>
              <a:spcAft>
                <a:spcPts val="0"/>
              </a:spcAft>
              <a:buSzPts val="1000"/>
              <a:buFont typeface="Hanken Grotesk"/>
              <a:buChar char="○"/>
              <a:defRPr/>
            </a:lvl8pPr>
            <a:lvl9pPr indent="-292100" lvl="8" marL="4114800">
              <a:spcBef>
                <a:spcPts val="0"/>
              </a:spcBef>
              <a:spcAft>
                <a:spcPts val="0"/>
              </a:spcAft>
              <a:buSzPts val="1000"/>
              <a:buFont typeface="Hanken Grotesk"/>
              <a:buChar char="■"/>
              <a:defRPr/>
            </a:lvl9pPr>
          </a:lstStyle>
          <a:p/>
        </p:txBody>
      </p:sp>
      <p:sp>
        <p:nvSpPr>
          <p:cNvPr id="14" name="Google Shape;14;p2"/>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2"/>
          <p:cNvSpPr txBox="1"/>
          <p:nvPr>
            <p:ph idx="3" type="subTitle"/>
          </p:nvPr>
        </p:nvSpPr>
        <p:spPr>
          <a:xfrm>
            <a:off x="5539488"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 name="Google Shape;16;p2"/>
          <p:cNvSpPr txBox="1"/>
          <p:nvPr>
            <p:ph idx="4" type="subTitle"/>
          </p:nvPr>
        </p:nvSpPr>
        <p:spPr>
          <a:xfrm>
            <a:off x="7040700"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CUSTOM_7_1_1_1_1_1_1_1_1_1_1_1_1_1_1_1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4322100" y="470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19" name="Google Shape;19;p3"/>
          <p:cNvSpPr txBox="1"/>
          <p:nvPr>
            <p:ph idx="2" type="subTitle"/>
          </p:nvPr>
        </p:nvSpPr>
        <p:spPr>
          <a:xfrm>
            <a:off x="4322100" y="5385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0" name="Google Shape;20;p3"/>
          <p:cNvSpPr txBox="1"/>
          <p:nvPr>
            <p:ph idx="3" type="subTitle"/>
          </p:nvPr>
        </p:nvSpPr>
        <p:spPr>
          <a:xfrm>
            <a:off x="4322100" y="10613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1" name="Google Shape;21;p3"/>
          <p:cNvSpPr txBox="1"/>
          <p:nvPr>
            <p:ph idx="4" type="subTitle"/>
          </p:nvPr>
        </p:nvSpPr>
        <p:spPr>
          <a:xfrm>
            <a:off x="4322100" y="15602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2" name="Google Shape;22;p3"/>
          <p:cNvSpPr txBox="1"/>
          <p:nvPr>
            <p:ph idx="5" type="subTitle"/>
          </p:nvPr>
        </p:nvSpPr>
        <p:spPr>
          <a:xfrm>
            <a:off x="4322100" y="209436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3" name="Google Shape;23;p3"/>
          <p:cNvSpPr txBox="1"/>
          <p:nvPr>
            <p:ph idx="6" type="subTitle"/>
          </p:nvPr>
        </p:nvSpPr>
        <p:spPr>
          <a:xfrm>
            <a:off x="4322100" y="26053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4" name="Google Shape;24;p3"/>
          <p:cNvSpPr txBox="1"/>
          <p:nvPr>
            <p:ph idx="7" type="subTitle"/>
          </p:nvPr>
        </p:nvSpPr>
        <p:spPr>
          <a:xfrm>
            <a:off x="4322100" y="31201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5" name="Google Shape;25;p3"/>
          <p:cNvSpPr txBox="1"/>
          <p:nvPr>
            <p:ph idx="8" type="subTitle"/>
          </p:nvPr>
        </p:nvSpPr>
        <p:spPr>
          <a:xfrm>
            <a:off x="4322100" y="36348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6" name="Google Shape;26;p3"/>
          <p:cNvSpPr txBox="1"/>
          <p:nvPr>
            <p:ph idx="9" type="subTitle"/>
          </p:nvPr>
        </p:nvSpPr>
        <p:spPr>
          <a:xfrm>
            <a:off x="4322100" y="4152488"/>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7" name="Google Shape;27;p3"/>
          <p:cNvSpPr txBox="1"/>
          <p:nvPr>
            <p:ph idx="13" type="subTitle"/>
          </p:nvPr>
        </p:nvSpPr>
        <p:spPr>
          <a:xfrm>
            <a:off x="4322100" y="46672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8" name="Google Shape;28;p3"/>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29" name="Google Shape;29;p3"/>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0" name="Google Shape;30;p3"/>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1" name="Google Shape;31;p3"/>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2" name="Google Shape;32;p3"/>
          <p:cNvSpPr txBox="1"/>
          <p:nvPr>
            <p:ph idx="18" type="subTitle"/>
          </p:nvPr>
        </p:nvSpPr>
        <p:spPr>
          <a:xfrm>
            <a:off x="8440475" y="208266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3" name="Google Shape;33;p3"/>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4" name="Google Shape;34;p3"/>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5" name="Google Shape;35;p3"/>
          <p:cNvSpPr txBox="1"/>
          <p:nvPr>
            <p:ph idx="21" type="subTitle"/>
          </p:nvPr>
        </p:nvSpPr>
        <p:spPr>
          <a:xfrm>
            <a:off x="8440475" y="36231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6" name="Google Shape;36;p3"/>
          <p:cNvSpPr txBox="1"/>
          <p:nvPr>
            <p:ph idx="22" type="subTitle"/>
          </p:nvPr>
        </p:nvSpPr>
        <p:spPr>
          <a:xfrm>
            <a:off x="8440475" y="4140788"/>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7" name="Google Shape;37;p3"/>
          <p:cNvSpPr txBox="1"/>
          <p:nvPr>
            <p:ph idx="23" type="subTitle"/>
          </p:nvPr>
        </p:nvSpPr>
        <p:spPr>
          <a:xfrm>
            <a:off x="8440475" y="46555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8" name="Google Shape;38;p3"/>
          <p:cNvSpPr txBox="1"/>
          <p:nvPr>
            <p:ph type="title"/>
          </p:nvPr>
        </p:nvSpPr>
        <p:spPr>
          <a:xfrm>
            <a:off x="594025" y="184702"/>
            <a:ext cx="3696300" cy="153900"/>
          </a:xfrm>
          <a:prstGeom prst="rect">
            <a:avLst/>
          </a:prstGeom>
        </p:spPr>
        <p:txBody>
          <a:bodyPr anchorCtr="0" anchor="ctr" bIns="0" lIns="0" spcFirstLastPara="1" rIns="0" wrap="square" tIns="0">
            <a:normAutofit/>
          </a:bodyPr>
          <a:lstStyle>
            <a:lvl1pPr lvl="0">
              <a:spcBef>
                <a:spcPts val="0"/>
              </a:spcBef>
              <a:spcAft>
                <a:spcPts val="0"/>
              </a:spcAft>
              <a:buSzPts val="1000"/>
              <a:buFont typeface="Hanken Grotesk"/>
              <a:buNone/>
              <a:defRPr b="1" sz="1000">
                <a:latin typeface="Hanken Grotesk"/>
                <a:ea typeface="Hanken Grotesk"/>
                <a:cs typeface="Hanken Grotesk"/>
                <a:sym typeface="Hanken Grotesk"/>
              </a:defRPr>
            </a:lvl1pPr>
            <a:lvl2pPr lvl="1">
              <a:spcBef>
                <a:spcPts val="0"/>
              </a:spcBef>
              <a:spcAft>
                <a:spcPts val="0"/>
              </a:spcAft>
              <a:buSzPts val="1000"/>
              <a:buFont typeface="Hanken Grotesk"/>
              <a:buNone/>
              <a:defRPr b="1" sz="1000">
                <a:latin typeface="Hanken Grotesk"/>
                <a:ea typeface="Hanken Grotesk"/>
                <a:cs typeface="Hanken Grotesk"/>
                <a:sym typeface="Hanken Grotesk"/>
              </a:defRPr>
            </a:lvl2pPr>
            <a:lvl3pPr lvl="2">
              <a:spcBef>
                <a:spcPts val="0"/>
              </a:spcBef>
              <a:spcAft>
                <a:spcPts val="0"/>
              </a:spcAft>
              <a:buSzPts val="1000"/>
              <a:buFont typeface="Hanken Grotesk"/>
              <a:buNone/>
              <a:defRPr b="1" sz="1000">
                <a:latin typeface="Hanken Grotesk"/>
                <a:ea typeface="Hanken Grotesk"/>
                <a:cs typeface="Hanken Grotesk"/>
                <a:sym typeface="Hanken Grotesk"/>
              </a:defRPr>
            </a:lvl3pPr>
            <a:lvl4pPr lvl="3">
              <a:spcBef>
                <a:spcPts val="0"/>
              </a:spcBef>
              <a:spcAft>
                <a:spcPts val="0"/>
              </a:spcAft>
              <a:buSzPts val="1000"/>
              <a:buFont typeface="Hanken Grotesk"/>
              <a:buNone/>
              <a:defRPr b="1" sz="1000">
                <a:latin typeface="Hanken Grotesk"/>
                <a:ea typeface="Hanken Grotesk"/>
                <a:cs typeface="Hanken Grotesk"/>
                <a:sym typeface="Hanken Grotesk"/>
              </a:defRPr>
            </a:lvl4pPr>
            <a:lvl5pPr lvl="4">
              <a:spcBef>
                <a:spcPts val="0"/>
              </a:spcBef>
              <a:spcAft>
                <a:spcPts val="0"/>
              </a:spcAft>
              <a:buSzPts val="1000"/>
              <a:buFont typeface="Hanken Grotesk"/>
              <a:buNone/>
              <a:defRPr b="1" sz="1000">
                <a:latin typeface="Hanken Grotesk"/>
                <a:ea typeface="Hanken Grotesk"/>
                <a:cs typeface="Hanken Grotesk"/>
                <a:sym typeface="Hanken Grotesk"/>
              </a:defRPr>
            </a:lvl5pPr>
            <a:lvl6pPr lvl="5">
              <a:spcBef>
                <a:spcPts val="0"/>
              </a:spcBef>
              <a:spcAft>
                <a:spcPts val="0"/>
              </a:spcAft>
              <a:buSzPts val="1000"/>
              <a:buFont typeface="Hanken Grotesk"/>
              <a:buNone/>
              <a:defRPr b="1" sz="1000">
                <a:latin typeface="Hanken Grotesk"/>
                <a:ea typeface="Hanken Grotesk"/>
                <a:cs typeface="Hanken Grotesk"/>
                <a:sym typeface="Hanken Grotesk"/>
              </a:defRPr>
            </a:lvl6pPr>
            <a:lvl7pPr lvl="6">
              <a:spcBef>
                <a:spcPts val="0"/>
              </a:spcBef>
              <a:spcAft>
                <a:spcPts val="0"/>
              </a:spcAft>
              <a:buSzPts val="1000"/>
              <a:buFont typeface="Hanken Grotesk"/>
              <a:buNone/>
              <a:defRPr b="1" sz="1000">
                <a:latin typeface="Hanken Grotesk"/>
                <a:ea typeface="Hanken Grotesk"/>
                <a:cs typeface="Hanken Grotesk"/>
                <a:sym typeface="Hanken Grotesk"/>
              </a:defRPr>
            </a:lvl7pPr>
            <a:lvl8pPr lvl="7">
              <a:spcBef>
                <a:spcPts val="0"/>
              </a:spcBef>
              <a:spcAft>
                <a:spcPts val="0"/>
              </a:spcAft>
              <a:buSzPts val="1000"/>
              <a:buFont typeface="Hanken Grotesk"/>
              <a:buNone/>
              <a:defRPr b="1" sz="1000">
                <a:latin typeface="Hanken Grotesk"/>
                <a:ea typeface="Hanken Grotesk"/>
                <a:cs typeface="Hanken Grotesk"/>
                <a:sym typeface="Hanken Grotesk"/>
              </a:defRPr>
            </a:lvl8pPr>
            <a:lvl9pPr lvl="8">
              <a:spcBef>
                <a:spcPts val="0"/>
              </a:spcBef>
              <a:spcAft>
                <a:spcPts val="0"/>
              </a:spcAft>
              <a:buSzPts val="1000"/>
              <a:buFont typeface="Hanken Grotesk"/>
              <a:buNone/>
              <a:defRPr b="1" sz="1000">
                <a:latin typeface="Hanken Grotesk"/>
                <a:ea typeface="Hanken Grotesk"/>
                <a:cs typeface="Hanken Grotesk"/>
                <a:sym typeface="Hanken Grotesk"/>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p:cSld name="CUSTOM_1">
    <p:spTree>
      <p:nvGrpSpPr>
        <p:cNvPr id="39" name="Shape 39"/>
        <p:cNvGrpSpPr/>
        <p:nvPr/>
      </p:nvGrpSpPr>
      <p:grpSpPr>
        <a:xfrm>
          <a:off x="0" y="0"/>
          <a:ext cx="0" cy="0"/>
          <a:chOff x="0" y="0"/>
          <a:chExt cx="0" cy="0"/>
        </a:xfrm>
      </p:grpSpPr>
      <p:sp>
        <p:nvSpPr>
          <p:cNvPr id="40" name="Google Shape;40;p4"/>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1" name="Google Shape;41;p4"/>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 name="Google Shape;42;p4"/>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3" name="Google Shape;43;p4"/>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4" name="Google Shape;44;p4"/>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 name="Google Shape;45;p4"/>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6" name="Google Shape;46;p4"/>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7" name="Google Shape;47;p4"/>
          <p:cNvSpPr txBox="1"/>
          <p:nvPr>
            <p:ph idx="6" type="title"/>
          </p:nvPr>
        </p:nvSpPr>
        <p:spPr>
          <a:xfrm>
            <a:off x="1399000" y="858998"/>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8" name="Google Shape;48;p4"/>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9" name="Google Shape;49;p4"/>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0" name="Google Shape;50;p4"/>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1" name="Google Shape;51;p4"/>
          <p:cNvSpPr txBox="1"/>
          <p:nvPr>
            <p:ph idx="7" type="title"/>
          </p:nvPr>
        </p:nvSpPr>
        <p:spPr>
          <a:xfrm>
            <a:off x="1552450" y="3144818"/>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2" name="Google Shape;52;p4"/>
          <p:cNvSpPr txBox="1"/>
          <p:nvPr>
            <p:ph idx="8" type="title"/>
          </p:nvPr>
        </p:nvSpPr>
        <p:spPr>
          <a:xfrm>
            <a:off x="1552450" y="4601474"/>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3" name="Google Shape;53;p4"/>
          <p:cNvSpPr txBox="1"/>
          <p:nvPr>
            <p:ph idx="9" type="title"/>
          </p:nvPr>
        </p:nvSpPr>
        <p:spPr>
          <a:xfrm>
            <a:off x="1552450" y="1678277"/>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4" name="Google Shape;54;p4"/>
          <p:cNvSpPr/>
          <p:nvPr>
            <p:ph idx="13" type="pic"/>
          </p:nvPr>
        </p:nvSpPr>
        <p:spPr>
          <a:xfrm>
            <a:off x="325850" y="928525"/>
            <a:ext cx="930900" cy="930900"/>
          </a:xfrm>
          <a:prstGeom prst="roundRect">
            <a:avLst>
              <a:gd fmla="val 12343" name="adj"/>
            </a:avLst>
          </a:prstGeom>
          <a:solidFill>
            <a:schemeClr val="lt1"/>
          </a:solidFill>
          <a:ln>
            <a:noFill/>
          </a:ln>
        </p:spPr>
      </p:sp>
      <p:sp>
        <p:nvSpPr>
          <p:cNvPr id="55" name="Google Shape;55;p4"/>
          <p:cNvSpPr/>
          <p:nvPr>
            <p:ph idx="14" type="pic"/>
          </p:nvPr>
        </p:nvSpPr>
        <p:spPr>
          <a:xfrm>
            <a:off x="325850" y="2396325"/>
            <a:ext cx="930900" cy="930900"/>
          </a:xfrm>
          <a:prstGeom prst="roundRect">
            <a:avLst>
              <a:gd fmla="val 12343" name="adj"/>
            </a:avLst>
          </a:prstGeom>
          <a:solidFill>
            <a:schemeClr val="lt1"/>
          </a:solidFill>
          <a:ln>
            <a:noFill/>
          </a:ln>
        </p:spPr>
      </p:sp>
      <p:sp>
        <p:nvSpPr>
          <p:cNvPr id="56" name="Google Shape;56;p4"/>
          <p:cNvSpPr/>
          <p:nvPr>
            <p:ph idx="15" type="pic"/>
          </p:nvPr>
        </p:nvSpPr>
        <p:spPr>
          <a:xfrm>
            <a:off x="325850" y="3849175"/>
            <a:ext cx="930900" cy="930900"/>
          </a:xfrm>
          <a:prstGeom prst="roundRect">
            <a:avLst>
              <a:gd fmla="val 12343" name="adj"/>
            </a:avLst>
          </a:prstGeom>
          <a:solidFill>
            <a:schemeClr val="lt1"/>
          </a:solidFill>
          <a:ln>
            <a:noFill/>
          </a:ln>
        </p:spPr>
      </p:sp>
      <p:sp>
        <p:nvSpPr>
          <p:cNvPr id="57" name="Google Shape;57;p4"/>
          <p:cNvSpPr txBox="1"/>
          <p:nvPr>
            <p:ph idx="16" type="body"/>
          </p:nvPr>
        </p:nvSpPr>
        <p:spPr>
          <a:xfrm>
            <a:off x="3060150" y="159825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8" name="Google Shape;58;p4"/>
          <p:cNvSpPr txBox="1"/>
          <p:nvPr>
            <p:ph idx="17" type="body"/>
          </p:nvPr>
        </p:nvSpPr>
        <p:spPr>
          <a:xfrm>
            <a:off x="3060150" y="310820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9" name="Google Shape;59;p4"/>
          <p:cNvSpPr txBox="1"/>
          <p:nvPr>
            <p:ph idx="18" type="body"/>
          </p:nvPr>
        </p:nvSpPr>
        <p:spPr>
          <a:xfrm>
            <a:off x="3060150" y="4553025"/>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2">
  <p:cSld name="CUSTOM_1_2">
    <p:spTree>
      <p:nvGrpSpPr>
        <p:cNvPr id="60" name="Shape 60"/>
        <p:cNvGrpSpPr/>
        <p:nvPr/>
      </p:nvGrpSpPr>
      <p:grpSpPr>
        <a:xfrm>
          <a:off x="0" y="0"/>
          <a:ext cx="0" cy="0"/>
          <a:chOff x="0" y="0"/>
          <a:chExt cx="0" cy="0"/>
        </a:xfrm>
      </p:grpSpPr>
      <p:sp>
        <p:nvSpPr>
          <p:cNvPr id="61" name="Google Shape;61;p5"/>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62" name="Google Shape;62;p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3" name="Google Shape;63;p5"/>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4" name="Google Shape;64;p5"/>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5" name="Google Shape;65;p5"/>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6" name="Google Shape;66;p5"/>
          <p:cNvSpPr txBox="1"/>
          <p:nvPr>
            <p:ph type="title"/>
          </p:nvPr>
        </p:nvSpPr>
        <p:spPr>
          <a:xfrm>
            <a:off x="596525" y="753331"/>
            <a:ext cx="7062000" cy="8550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5"/>
          <p:cNvSpPr txBox="1"/>
          <p:nvPr>
            <p:ph idx="5" type="title"/>
          </p:nvPr>
        </p:nvSpPr>
        <p:spPr>
          <a:xfrm>
            <a:off x="1279000"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5"/>
          <p:cNvSpPr txBox="1"/>
          <p:nvPr>
            <p:ph idx="6" type="title"/>
          </p:nvPr>
        </p:nvSpPr>
        <p:spPr>
          <a:xfrm>
            <a:off x="127900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5"/>
          <p:cNvSpPr txBox="1"/>
          <p:nvPr>
            <p:ph idx="7" type="title"/>
          </p:nvPr>
        </p:nvSpPr>
        <p:spPr>
          <a:xfrm>
            <a:off x="491785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0" name="Google Shape;70;p5"/>
          <p:cNvSpPr txBox="1"/>
          <p:nvPr>
            <p:ph idx="8" type="title"/>
          </p:nvPr>
        </p:nvSpPr>
        <p:spPr>
          <a:xfrm>
            <a:off x="491785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5"/>
          <p:cNvSpPr txBox="1"/>
          <p:nvPr>
            <p:ph idx="9" type="title"/>
          </p:nvPr>
        </p:nvSpPr>
        <p:spPr>
          <a:xfrm>
            <a:off x="4925175"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5"/>
          <p:cNvSpPr/>
          <p:nvPr>
            <p:ph idx="13" type="pic"/>
          </p:nvPr>
        </p:nvSpPr>
        <p:spPr>
          <a:xfrm>
            <a:off x="4021150" y="1690575"/>
            <a:ext cx="735600" cy="735600"/>
          </a:xfrm>
          <a:prstGeom prst="ellipse">
            <a:avLst/>
          </a:prstGeom>
          <a:noFill/>
          <a:ln>
            <a:noFill/>
          </a:ln>
        </p:spPr>
      </p:sp>
      <p:sp>
        <p:nvSpPr>
          <p:cNvPr id="73" name="Google Shape;73;p5"/>
          <p:cNvSpPr/>
          <p:nvPr>
            <p:ph idx="14" type="pic"/>
          </p:nvPr>
        </p:nvSpPr>
        <p:spPr>
          <a:xfrm>
            <a:off x="4021150" y="2738375"/>
            <a:ext cx="735600" cy="735600"/>
          </a:xfrm>
          <a:prstGeom prst="ellipse">
            <a:avLst/>
          </a:prstGeom>
          <a:noFill/>
          <a:ln>
            <a:noFill/>
          </a:ln>
        </p:spPr>
      </p:sp>
      <p:sp>
        <p:nvSpPr>
          <p:cNvPr id="74" name="Google Shape;74;p5"/>
          <p:cNvSpPr/>
          <p:nvPr>
            <p:ph idx="15" type="pic"/>
          </p:nvPr>
        </p:nvSpPr>
        <p:spPr>
          <a:xfrm>
            <a:off x="4021150" y="3789600"/>
            <a:ext cx="735600" cy="735600"/>
          </a:xfrm>
          <a:prstGeom prst="ellipse">
            <a:avLst/>
          </a:prstGeom>
          <a:noFill/>
          <a:ln>
            <a:noFill/>
          </a:ln>
        </p:spPr>
      </p:sp>
      <p:sp>
        <p:nvSpPr>
          <p:cNvPr id="75" name="Google Shape;75;p5"/>
          <p:cNvSpPr/>
          <p:nvPr>
            <p:ph idx="16" type="pic"/>
          </p:nvPr>
        </p:nvSpPr>
        <p:spPr>
          <a:xfrm>
            <a:off x="377300" y="1690575"/>
            <a:ext cx="735600" cy="735600"/>
          </a:xfrm>
          <a:prstGeom prst="ellipse">
            <a:avLst/>
          </a:prstGeom>
          <a:noFill/>
          <a:ln>
            <a:noFill/>
          </a:ln>
        </p:spPr>
      </p:sp>
      <p:sp>
        <p:nvSpPr>
          <p:cNvPr id="76" name="Google Shape;76;p5"/>
          <p:cNvSpPr/>
          <p:nvPr>
            <p:ph idx="17" type="pic"/>
          </p:nvPr>
        </p:nvSpPr>
        <p:spPr>
          <a:xfrm>
            <a:off x="377300" y="2738375"/>
            <a:ext cx="735600" cy="735600"/>
          </a:xfrm>
          <a:prstGeom prst="ellipse">
            <a:avLst/>
          </a:prstGeom>
          <a:noFill/>
          <a:ln>
            <a:noFill/>
          </a:ln>
        </p:spPr>
      </p:sp>
      <p:sp>
        <p:nvSpPr>
          <p:cNvPr id="77" name="Google Shape;77;p5"/>
          <p:cNvSpPr/>
          <p:nvPr>
            <p:ph idx="18" type="pic"/>
          </p:nvPr>
        </p:nvSpPr>
        <p:spPr>
          <a:xfrm>
            <a:off x="377300" y="3789600"/>
            <a:ext cx="735600" cy="735600"/>
          </a:xfrm>
          <a:prstGeom prst="ellipse">
            <a:avLst/>
          </a:prstGeom>
          <a:noFill/>
          <a:ln>
            <a:noFill/>
          </a:ln>
        </p:spPr>
      </p:sp>
      <p:sp>
        <p:nvSpPr>
          <p:cNvPr id="78" name="Google Shape;78;p5"/>
          <p:cNvSpPr txBox="1"/>
          <p:nvPr>
            <p:ph idx="19" type="title"/>
          </p:nvPr>
        </p:nvSpPr>
        <p:spPr>
          <a:xfrm>
            <a:off x="127900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9" name="Google Shape;79;p5"/>
          <p:cNvSpPr txBox="1"/>
          <p:nvPr>
            <p:ph idx="20" type="body"/>
          </p:nvPr>
        </p:nvSpPr>
        <p:spPr>
          <a:xfrm>
            <a:off x="127900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0" name="Google Shape;80;p5"/>
          <p:cNvSpPr txBox="1"/>
          <p:nvPr>
            <p:ph idx="21" type="body"/>
          </p:nvPr>
        </p:nvSpPr>
        <p:spPr>
          <a:xfrm>
            <a:off x="127900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 name="Google Shape;81;p5"/>
          <p:cNvSpPr txBox="1"/>
          <p:nvPr>
            <p:ph idx="22" type="body"/>
          </p:nvPr>
        </p:nvSpPr>
        <p:spPr>
          <a:xfrm>
            <a:off x="127900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 name="Google Shape;82;p5"/>
          <p:cNvSpPr txBox="1"/>
          <p:nvPr>
            <p:ph idx="23" type="body"/>
          </p:nvPr>
        </p:nvSpPr>
        <p:spPr>
          <a:xfrm>
            <a:off x="491785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5"/>
          <p:cNvSpPr txBox="1"/>
          <p:nvPr>
            <p:ph idx="24" type="body"/>
          </p:nvPr>
        </p:nvSpPr>
        <p:spPr>
          <a:xfrm>
            <a:off x="491785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5"/>
          <p:cNvSpPr txBox="1"/>
          <p:nvPr>
            <p:ph idx="25" type="body"/>
          </p:nvPr>
        </p:nvSpPr>
        <p:spPr>
          <a:xfrm>
            <a:off x="491785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older">
  <p:cSld name="BLANK_1_1_1_1">
    <p:bg>
      <p:bgPr>
        <a:solidFill>
          <a:schemeClr val="dk2"/>
        </a:solidFill>
      </p:bgPr>
    </p:bg>
    <p:spTree>
      <p:nvGrpSpPr>
        <p:cNvPr id="85" name="Shape 85"/>
        <p:cNvGrpSpPr/>
        <p:nvPr/>
      </p:nvGrpSpPr>
      <p:grpSpPr>
        <a:xfrm>
          <a:off x="0" y="0"/>
          <a:ext cx="0" cy="0"/>
          <a:chOff x="0" y="0"/>
          <a:chExt cx="0" cy="0"/>
        </a:xfrm>
      </p:grpSpPr>
      <p:grpSp>
        <p:nvGrpSpPr>
          <p:cNvPr id="86" name="Google Shape;86;p6"/>
          <p:cNvGrpSpPr/>
          <p:nvPr/>
        </p:nvGrpSpPr>
        <p:grpSpPr>
          <a:xfrm>
            <a:off x="228600" y="210088"/>
            <a:ext cx="8686800" cy="4676475"/>
            <a:chOff x="228600" y="210088"/>
            <a:chExt cx="8686800" cy="4676475"/>
          </a:xfrm>
        </p:grpSpPr>
        <p:sp>
          <p:nvSpPr>
            <p:cNvPr id="87" name="Google Shape;87;p6"/>
            <p:cNvSpPr/>
            <p:nvPr/>
          </p:nvSpPr>
          <p:spPr>
            <a:xfrm>
              <a:off x="228600" y="566563"/>
              <a:ext cx="8686800" cy="4320000"/>
            </a:xfrm>
            <a:prstGeom prst="roundRect">
              <a:avLst>
                <a:gd fmla="val 540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8" name="Google Shape;88;p6"/>
            <p:cNvSpPr/>
            <p:nvPr/>
          </p:nvSpPr>
          <p:spPr>
            <a:xfrm>
              <a:off x="912237" y="2100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89" name="Google Shape;89;p6"/>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0" name="Google Shape;90;p6"/>
          <p:cNvSpPr txBox="1"/>
          <p:nvPr>
            <p:ph idx="2" type="body"/>
          </p:nvPr>
        </p:nvSpPr>
        <p:spPr>
          <a:xfrm>
            <a:off x="593775" y="3900525"/>
            <a:ext cx="4346700" cy="7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91" name="Google Shape;91;p6"/>
          <p:cNvSpPr txBox="1"/>
          <p:nvPr>
            <p:ph type="title"/>
          </p:nvPr>
        </p:nvSpPr>
        <p:spPr>
          <a:xfrm>
            <a:off x="593775" y="984700"/>
            <a:ext cx="7948200" cy="22164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2">
    <p:spTree>
      <p:nvGrpSpPr>
        <p:cNvPr id="92" name="Shape 92"/>
        <p:cNvGrpSpPr/>
        <p:nvPr/>
      </p:nvGrpSpPr>
      <p:grpSpPr>
        <a:xfrm>
          <a:off x="0" y="0"/>
          <a:ext cx="0" cy="0"/>
          <a:chOff x="0" y="0"/>
          <a:chExt cx="0" cy="0"/>
        </a:xfrm>
      </p:grpSpPr>
      <p:sp>
        <p:nvSpPr>
          <p:cNvPr id="93" name="Google Shape;93;p7"/>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p:txBody>
      </p:sp>
      <p:cxnSp>
        <p:nvCxnSpPr>
          <p:cNvPr id="94" name="Google Shape;94;p7"/>
          <p:cNvCxnSpPr/>
          <p:nvPr/>
        </p:nvCxnSpPr>
        <p:spPr>
          <a:xfrm rot="10800000">
            <a:off x="-2100" y="4759975"/>
            <a:ext cx="9148200" cy="0"/>
          </a:xfrm>
          <a:prstGeom prst="straightConnector1">
            <a:avLst/>
          </a:prstGeom>
          <a:noFill/>
          <a:ln cap="flat" cmpd="sng" w="9525">
            <a:solidFill>
              <a:schemeClr val="dk1"/>
            </a:solidFill>
            <a:prstDash val="solid"/>
            <a:round/>
            <a:headEnd len="sm" w="sm" type="none"/>
            <a:tailEnd len="sm" w="sm" type="none"/>
          </a:ln>
        </p:spPr>
      </p:cxnSp>
      <p:sp>
        <p:nvSpPr>
          <p:cNvPr id="95" name="Google Shape;95;p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6" name="Google Shape;96;p7"/>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97" name="Google Shape;97;p7"/>
          <p:cNvGrpSpPr/>
          <p:nvPr/>
        </p:nvGrpSpPr>
        <p:grpSpPr>
          <a:xfrm>
            <a:off x="1724267" y="547463"/>
            <a:ext cx="658200" cy="449397"/>
            <a:chOff x="2467317" y="547413"/>
            <a:chExt cx="658200" cy="449397"/>
          </a:xfrm>
        </p:grpSpPr>
        <p:sp>
          <p:nvSpPr>
            <p:cNvPr id="98" name="Google Shape;98;p7"/>
            <p:cNvSpPr/>
            <p:nvPr/>
          </p:nvSpPr>
          <p:spPr>
            <a:xfrm rot="5400000">
              <a:off x="2593167" y="464460"/>
              <a:ext cx="406500" cy="6582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99" name="Google Shape;99;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0" name="Google Shape;100;p7"/>
          <p:cNvGrpSpPr/>
          <p:nvPr/>
        </p:nvGrpSpPr>
        <p:grpSpPr>
          <a:xfrm>
            <a:off x="981142" y="547476"/>
            <a:ext cx="658200" cy="449397"/>
            <a:chOff x="2467317" y="547413"/>
            <a:chExt cx="658200" cy="449397"/>
          </a:xfrm>
        </p:grpSpPr>
        <p:sp>
          <p:nvSpPr>
            <p:cNvPr id="101" name="Google Shape;101;p7"/>
            <p:cNvSpPr/>
            <p:nvPr/>
          </p:nvSpPr>
          <p:spPr>
            <a:xfrm rot="5400000">
              <a:off x="2593167" y="464460"/>
              <a:ext cx="406500" cy="6582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2" name="Google Shape;102;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3" name="Google Shape;103;p7"/>
          <p:cNvGrpSpPr/>
          <p:nvPr/>
        </p:nvGrpSpPr>
        <p:grpSpPr>
          <a:xfrm>
            <a:off x="2467317" y="547413"/>
            <a:ext cx="658200" cy="449397"/>
            <a:chOff x="2467317" y="547413"/>
            <a:chExt cx="658200" cy="449397"/>
          </a:xfrm>
        </p:grpSpPr>
        <p:sp>
          <p:nvSpPr>
            <p:cNvPr id="104" name="Google Shape;104;p7"/>
            <p:cNvSpPr/>
            <p:nvPr/>
          </p:nvSpPr>
          <p:spPr>
            <a:xfrm rot="5400000">
              <a:off x="2593167" y="464460"/>
              <a:ext cx="406500" cy="6582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5" name="Google Shape;105;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6" name="Google Shape;106;p7"/>
          <p:cNvGrpSpPr/>
          <p:nvPr/>
        </p:nvGrpSpPr>
        <p:grpSpPr>
          <a:xfrm>
            <a:off x="238017" y="549426"/>
            <a:ext cx="658200" cy="449397"/>
            <a:chOff x="2467317" y="547413"/>
            <a:chExt cx="658200" cy="449397"/>
          </a:xfrm>
        </p:grpSpPr>
        <p:sp>
          <p:nvSpPr>
            <p:cNvPr id="107" name="Google Shape;107;p7"/>
            <p:cNvSpPr/>
            <p:nvPr/>
          </p:nvSpPr>
          <p:spPr>
            <a:xfrm rot="5400000">
              <a:off x="2593167" y="464460"/>
              <a:ext cx="406500" cy="6582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8" name="Google Shape;108;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Grey">
  <p:cSld name="BLANK_1_1_1_1_1_1_1_1">
    <p:bg>
      <p:bgPr>
        <a:solidFill>
          <a:schemeClr val="dk2"/>
        </a:solidFill>
      </p:bgPr>
    </p:bg>
    <p:spTree>
      <p:nvGrpSpPr>
        <p:cNvPr id="109" name="Shape 109"/>
        <p:cNvGrpSpPr/>
        <p:nvPr/>
      </p:nvGrpSpPr>
      <p:grpSpPr>
        <a:xfrm>
          <a:off x="0" y="0"/>
          <a:ext cx="0" cy="0"/>
          <a:chOff x="0" y="0"/>
          <a:chExt cx="0" cy="0"/>
        </a:xfrm>
      </p:grpSpPr>
      <p:sp>
        <p:nvSpPr>
          <p:cNvPr id="110" name="Google Shape;110;p8"/>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1" name="Google Shape;111;p8"/>
          <p:cNvSpPr txBox="1"/>
          <p:nvPr>
            <p:ph idx="2" type="subTitle"/>
          </p:nvPr>
        </p:nvSpPr>
        <p:spPr>
          <a:xfrm>
            <a:off x="357425" y="2974373"/>
            <a:ext cx="2048400" cy="3906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8"/>
          <p:cNvSpPr txBox="1"/>
          <p:nvPr>
            <p:ph idx="3" type="subTitle"/>
          </p:nvPr>
        </p:nvSpPr>
        <p:spPr>
          <a:xfrm>
            <a:off x="357425" y="718250"/>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3" name="Google Shape;113;p8"/>
          <p:cNvSpPr txBox="1"/>
          <p:nvPr>
            <p:ph idx="4" type="body"/>
          </p:nvPr>
        </p:nvSpPr>
        <p:spPr>
          <a:xfrm>
            <a:off x="172350" y="3362406"/>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4" name="Google Shape;114;p8"/>
          <p:cNvSpPr txBox="1"/>
          <p:nvPr>
            <p:ph idx="5"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15" name="Google Shape;115;p8"/>
          <p:cNvSpPr txBox="1"/>
          <p:nvPr>
            <p:ph idx="6" type="subTitle"/>
          </p:nvPr>
        </p:nvSpPr>
        <p:spPr>
          <a:xfrm>
            <a:off x="4814750" y="7170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6" name="Google Shape;116;p8"/>
          <p:cNvSpPr txBox="1"/>
          <p:nvPr>
            <p:ph idx="7" type="body"/>
          </p:nvPr>
        </p:nvSpPr>
        <p:spPr>
          <a:xfrm>
            <a:off x="4629675" y="10927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7" name="Google Shape;117;p8"/>
          <p:cNvSpPr txBox="1"/>
          <p:nvPr>
            <p:ph idx="8" type="subTitle"/>
          </p:nvPr>
        </p:nvSpPr>
        <p:spPr>
          <a:xfrm>
            <a:off x="4814750" y="30033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8"/>
          <p:cNvSpPr txBox="1"/>
          <p:nvPr>
            <p:ph idx="9" type="body"/>
          </p:nvPr>
        </p:nvSpPr>
        <p:spPr>
          <a:xfrm>
            <a:off x="4629675" y="33790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Data folders">
  <p:cSld name="CUSTOM_7_1_1_1_1_1_1_1_1_1_1_1_1_1_1_1_1_3">
    <p:spTree>
      <p:nvGrpSpPr>
        <p:cNvPr id="119" name="Shape 119"/>
        <p:cNvGrpSpPr/>
        <p:nvPr/>
      </p:nvGrpSpPr>
      <p:grpSpPr>
        <a:xfrm>
          <a:off x="0" y="0"/>
          <a:ext cx="0" cy="0"/>
          <a:chOff x="0" y="0"/>
          <a:chExt cx="0" cy="0"/>
        </a:xfrm>
      </p:grpSpPr>
      <p:sp>
        <p:nvSpPr>
          <p:cNvPr id="120" name="Google Shape;120;p9"/>
          <p:cNvSpPr txBox="1"/>
          <p:nvPr>
            <p:ph type="title"/>
          </p:nvPr>
        </p:nvSpPr>
        <p:spPr>
          <a:xfrm>
            <a:off x="193900"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1" name="Google Shape;121;p9"/>
          <p:cNvSpPr txBox="1"/>
          <p:nvPr>
            <p:ph idx="2" type="title"/>
          </p:nvPr>
        </p:nvSpPr>
        <p:spPr>
          <a:xfrm>
            <a:off x="193900"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2" name="Google Shape;122;p9"/>
          <p:cNvSpPr txBox="1"/>
          <p:nvPr>
            <p:ph idx="3" type="title"/>
          </p:nvPr>
        </p:nvSpPr>
        <p:spPr>
          <a:xfrm>
            <a:off x="2391238"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3" name="Google Shape;123;p9"/>
          <p:cNvSpPr txBox="1"/>
          <p:nvPr>
            <p:ph idx="4" type="title"/>
          </p:nvPr>
        </p:nvSpPr>
        <p:spPr>
          <a:xfrm>
            <a:off x="2391238"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4" name="Google Shape;124;p9"/>
          <p:cNvSpPr txBox="1"/>
          <p:nvPr>
            <p:ph idx="5" type="title"/>
          </p:nvPr>
        </p:nvSpPr>
        <p:spPr>
          <a:xfrm>
            <a:off x="459037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5" name="Google Shape;125;p9"/>
          <p:cNvSpPr txBox="1"/>
          <p:nvPr>
            <p:ph idx="6" type="title"/>
          </p:nvPr>
        </p:nvSpPr>
        <p:spPr>
          <a:xfrm>
            <a:off x="459037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6" name="Google Shape;126;p9"/>
          <p:cNvSpPr txBox="1"/>
          <p:nvPr>
            <p:ph idx="7" type="title"/>
          </p:nvPr>
        </p:nvSpPr>
        <p:spPr>
          <a:xfrm>
            <a:off x="678892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7" name="Google Shape;127;p9"/>
          <p:cNvSpPr txBox="1"/>
          <p:nvPr>
            <p:ph idx="8" type="title"/>
          </p:nvPr>
        </p:nvSpPr>
        <p:spPr>
          <a:xfrm>
            <a:off x="678892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8" name="Google Shape;128;p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29" name="Google Shape;129;p9"/>
          <p:cNvSpPr txBox="1"/>
          <p:nvPr>
            <p:ph idx="9" type="body"/>
          </p:nvPr>
        </p:nvSpPr>
        <p:spPr>
          <a:xfrm>
            <a:off x="192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9"/>
          <p:cNvSpPr txBox="1"/>
          <p:nvPr>
            <p:ph idx="13" type="body"/>
          </p:nvPr>
        </p:nvSpPr>
        <p:spPr>
          <a:xfrm>
            <a:off x="23912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9"/>
          <p:cNvSpPr txBox="1"/>
          <p:nvPr>
            <p:ph idx="14" type="body"/>
          </p:nvPr>
        </p:nvSpPr>
        <p:spPr>
          <a:xfrm>
            <a:off x="45906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2" name="Google Shape;132;p9"/>
          <p:cNvSpPr txBox="1"/>
          <p:nvPr>
            <p:ph idx="15" type="body"/>
          </p:nvPr>
        </p:nvSpPr>
        <p:spPr>
          <a:xfrm>
            <a:off x="6788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ta Folders">
  <p:cSld name="CUSTOM_7_1_1_1_1_1_1_1_1_1_1_1_1_1_1_1_1_4">
    <p:spTree>
      <p:nvGrpSpPr>
        <p:cNvPr id="133" name="Shape 133"/>
        <p:cNvGrpSpPr/>
        <p:nvPr/>
      </p:nvGrpSpPr>
      <p:grpSpPr>
        <a:xfrm>
          <a:off x="0" y="0"/>
          <a:ext cx="0" cy="0"/>
          <a:chOff x="0" y="0"/>
          <a:chExt cx="0" cy="0"/>
        </a:xfrm>
      </p:grpSpPr>
      <p:sp>
        <p:nvSpPr>
          <p:cNvPr id="134" name="Google Shape;134;p10"/>
          <p:cNvSpPr txBox="1"/>
          <p:nvPr>
            <p:ph type="title"/>
          </p:nvPr>
        </p:nvSpPr>
        <p:spPr>
          <a:xfrm>
            <a:off x="19390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5" name="Google Shape;135;p1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36" name="Google Shape;136;p10"/>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7" name="Google Shape;137;p10"/>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8" name="Google Shape;138;p10"/>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9" name="Google Shape;139;p10"/>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0" name="Google Shape;140;p10"/>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7_1_1_1_1_1_1_1_1_1_1_1_1_1_1_1_1_5_2">
    <p:spTree>
      <p:nvGrpSpPr>
        <p:cNvPr id="141" name="Shape 141"/>
        <p:cNvGrpSpPr/>
        <p:nvPr/>
      </p:nvGrpSpPr>
      <p:grpSpPr>
        <a:xfrm>
          <a:off x="0" y="0"/>
          <a:ext cx="0" cy="0"/>
          <a:chOff x="0" y="0"/>
          <a:chExt cx="0" cy="0"/>
        </a:xfrm>
      </p:grpSpPr>
      <p:sp>
        <p:nvSpPr>
          <p:cNvPr id="142" name="Google Shape;142;p11"/>
          <p:cNvSpPr txBox="1"/>
          <p:nvPr>
            <p:ph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3" name="Google Shape;143;p11"/>
          <p:cNvSpPr txBox="1"/>
          <p:nvPr>
            <p:ph idx="2" type="title"/>
          </p:nvPr>
        </p:nvSpPr>
        <p:spPr>
          <a:xfrm>
            <a:off x="33251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4" name="Google Shape;144;p11"/>
          <p:cNvSpPr txBox="1"/>
          <p:nvPr>
            <p:ph idx="3" type="title"/>
          </p:nvPr>
        </p:nvSpPr>
        <p:spPr>
          <a:xfrm>
            <a:off x="227250" y="12772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5" name="Google Shape;145;p11"/>
          <p:cNvSpPr txBox="1"/>
          <p:nvPr>
            <p:ph idx="4" type="title"/>
          </p:nvPr>
        </p:nvSpPr>
        <p:spPr>
          <a:xfrm>
            <a:off x="3324478" y="1277200"/>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6" name="Google Shape;146;p11"/>
          <p:cNvSpPr txBox="1"/>
          <p:nvPr>
            <p:ph idx="5" type="title"/>
          </p:nvPr>
        </p:nvSpPr>
        <p:spPr>
          <a:xfrm>
            <a:off x="6421152" y="1277200"/>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7" name="Google Shape;147;p11"/>
          <p:cNvSpPr txBox="1"/>
          <p:nvPr>
            <p:ph idx="6" type="title"/>
          </p:nvPr>
        </p:nvSpPr>
        <p:spPr>
          <a:xfrm>
            <a:off x="64219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8" name="Google Shape;148;p11"/>
          <p:cNvSpPr txBox="1"/>
          <p:nvPr>
            <p:ph idx="7" type="title"/>
          </p:nvPr>
        </p:nvSpPr>
        <p:spPr>
          <a:xfrm>
            <a:off x="226431" y="27091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9" name="Google Shape;149;p11"/>
          <p:cNvSpPr txBox="1"/>
          <p:nvPr>
            <p:ph idx="8" type="title"/>
          </p:nvPr>
        </p:nvSpPr>
        <p:spPr>
          <a:xfrm>
            <a:off x="6419945" y="270910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0" name="Google Shape;150;p11"/>
          <p:cNvSpPr txBox="1"/>
          <p:nvPr>
            <p:ph idx="9" type="title"/>
          </p:nvPr>
        </p:nvSpPr>
        <p:spPr>
          <a:xfrm>
            <a:off x="226000" y="3996225"/>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1" name="Google Shape;151;p11"/>
          <p:cNvSpPr txBox="1"/>
          <p:nvPr>
            <p:ph idx="13" type="title"/>
          </p:nvPr>
        </p:nvSpPr>
        <p:spPr>
          <a:xfrm>
            <a:off x="3322675" y="399622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2" name="Google Shape;152;p11"/>
          <p:cNvSpPr txBox="1"/>
          <p:nvPr>
            <p:ph idx="14" type="title"/>
          </p:nvPr>
        </p:nvSpPr>
        <p:spPr>
          <a:xfrm>
            <a:off x="6419350" y="399622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3" name="Google Shape;153;p11"/>
          <p:cNvSpPr txBox="1"/>
          <p:nvPr>
            <p:ph idx="15"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4" name="Google Shape;154;p11"/>
          <p:cNvSpPr txBox="1"/>
          <p:nvPr>
            <p:ph idx="16" type="title"/>
          </p:nvPr>
        </p:nvSpPr>
        <p:spPr>
          <a:xfrm>
            <a:off x="36844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5" name="Google Shape;155;p11"/>
          <p:cNvSpPr txBox="1"/>
          <p:nvPr>
            <p:ph idx="17" type="title"/>
          </p:nvPr>
        </p:nvSpPr>
        <p:spPr>
          <a:xfrm>
            <a:off x="678146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6" name="Google Shape;156;p1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57" name="Google Shape;157;p11"/>
          <p:cNvSpPr txBox="1"/>
          <p:nvPr>
            <p:ph idx="18" type="body"/>
          </p:nvPr>
        </p:nvSpPr>
        <p:spPr>
          <a:xfrm>
            <a:off x="226150" y="4230400"/>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8" name="Google Shape;158;p11"/>
          <p:cNvSpPr txBox="1"/>
          <p:nvPr>
            <p:ph idx="19" type="body"/>
          </p:nvPr>
        </p:nvSpPr>
        <p:spPr>
          <a:xfrm>
            <a:off x="3321928"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9" name="Google Shape;159;p11"/>
          <p:cNvSpPr txBox="1"/>
          <p:nvPr>
            <p:ph idx="20" type="body"/>
          </p:nvPr>
        </p:nvSpPr>
        <p:spPr>
          <a:xfrm>
            <a:off x="6417703"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0" name="Google Shape;160;p11"/>
          <p:cNvSpPr txBox="1"/>
          <p:nvPr>
            <p:ph idx="21" type="title"/>
          </p:nvPr>
        </p:nvSpPr>
        <p:spPr>
          <a:xfrm>
            <a:off x="3323270" y="270910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61" name="Google Shape;161;p11"/>
          <p:cNvSpPr txBox="1"/>
          <p:nvPr>
            <p:ph idx="22" type="body"/>
          </p:nvPr>
        </p:nvSpPr>
        <p:spPr>
          <a:xfrm>
            <a:off x="226150" y="29432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2" name="Google Shape;162;p11"/>
          <p:cNvSpPr txBox="1"/>
          <p:nvPr>
            <p:ph idx="23" type="body"/>
          </p:nvPr>
        </p:nvSpPr>
        <p:spPr>
          <a:xfrm>
            <a:off x="3321928"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3" name="Google Shape;163;p11"/>
          <p:cNvSpPr txBox="1"/>
          <p:nvPr>
            <p:ph idx="24" type="body"/>
          </p:nvPr>
        </p:nvSpPr>
        <p:spPr>
          <a:xfrm>
            <a:off x="6417703"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4" name="Google Shape;164;p11"/>
          <p:cNvSpPr txBox="1"/>
          <p:nvPr>
            <p:ph idx="25" type="body"/>
          </p:nvPr>
        </p:nvSpPr>
        <p:spPr>
          <a:xfrm>
            <a:off x="226150" y="15113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5" name="Google Shape;165;p11"/>
          <p:cNvSpPr txBox="1"/>
          <p:nvPr>
            <p:ph idx="26" type="body"/>
          </p:nvPr>
        </p:nvSpPr>
        <p:spPr>
          <a:xfrm>
            <a:off x="3321928"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6" name="Google Shape;166;p11"/>
          <p:cNvSpPr txBox="1"/>
          <p:nvPr>
            <p:ph idx="27" type="body"/>
          </p:nvPr>
        </p:nvSpPr>
        <p:spPr>
          <a:xfrm>
            <a:off x="6417703"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image ">
  <p:cSld name="CUSTOM_7_1_1_1_1_1_1_1_1_1_1_1_1_1_1_1_1_5_1">
    <p:spTree>
      <p:nvGrpSpPr>
        <p:cNvPr id="167" name="Shape 167"/>
        <p:cNvGrpSpPr/>
        <p:nvPr/>
      </p:nvGrpSpPr>
      <p:grpSpPr>
        <a:xfrm>
          <a:off x="0" y="0"/>
          <a:ext cx="0" cy="0"/>
          <a:chOff x="0" y="0"/>
          <a:chExt cx="0" cy="0"/>
        </a:xfrm>
      </p:grpSpPr>
      <p:sp>
        <p:nvSpPr>
          <p:cNvPr id="168" name="Google Shape;168;p12"/>
          <p:cNvSpPr txBox="1"/>
          <p:nvPr>
            <p:ph type="title"/>
          </p:nvPr>
        </p:nvSpPr>
        <p:spPr>
          <a:xfrm>
            <a:off x="20057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69" name="Google Shape;169;p12"/>
          <p:cNvSpPr txBox="1"/>
          <p:nvPr>
            <p:ph idx="2" type="title"/>
          </p:nvPr>
        </p:nvSpPr>
        <p:spPr>
          <a:xfrm>
            <a:off x="37832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0" name="Google Shape;170;p12"/>
          <p:cNvSpPr txBox="1"/>
          <p:nvPr>
            <p:ph idx="3" type="title"/>
          </p:nvPr>
        </p:nvSpPr>
        <p:spPr>
          <a:xfrm>
            <a:off x="55605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1" name="Google Shape;171;p12"/>
          <p:cNvSpPr txBox="1"/>
          <p:nvPr>
            <p:ph idx="4" type="title"/>
          </p:nvPr>
        </p:nvSpPr>
        <p:spPr>
          <a:xfrm>
            <a:off x="73377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2" name="Google Shape;172;p12"/>
          <p:cNvSpPr txBox="1"/>
          <p:nvPr>
            <p:ph idx="5"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3" name="Google Shape;173;p12"/>
          <p:cNvSpPr txBox="1"/>
          <p:nvPr>
            <p:ph idx="6" type="title"/>
          </p:nvPr>
        </p:nvSpPr>
        <p:spPr>
          <a:xfrm>
            <a:off x="22725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4" name="Google Shape;174;p12"/>
          <p:cNvSpPr txBox="1"/>
          <p:nvPr>
            <p:ph idx="7" type="title"/>
          </p:nvPr>
        </p:nvSpPr>
        <p:spPr>
          <a:xfrm>
            <a:off x="20045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5" name="Google Shape;175;p12"/>
          <p:cNvSpPr txBox="1"/>
          <p:nvPr>
            <p:ph idx="8" type="title"/>
          </p:nvPr>
        </p:nvSpPr>
        <p:spPr>
          <a:xfrm>
            <a:off x="37819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6" name="Google Shape;176;p12"/>
          <p:cNvSpPr txBox="1"/>
          <p:nvPr>
            <p:ph idx="9" type="title"/>
          </p:nvPr>
        </p:nvSpPr>
        <p:spPr>
          <a:xfrm>
            <a:off x="555930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7" name="Google Shape;177;p12"/>
          <p:cNvSpPr txBox="1"/>
          <p:nvPr>
            <p:ph idx="13" type="title"/>
          </p:nvPr>
        </p:nvSpPr>
        <p:spPr>
          <a:xfrm>
            <a:off x="73374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8" name="Google Shape;178;p12"/>
          <p:cNvSpPr txBox="1"/>
          <p:nvPr>
            <p:ph idx="14" type="title"/>
          </p:nvPr>
        </p:nvSpPr>
        <p:spPr>
          <a:xfrm>
            <a:off x="22642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9" name="Google Shape;179;p12"/>
          <p:cNvSpPr txBox="1"/>
          <p:nvPr>
            <p:ph idx="15" type="title"/>
          </p:nvPr>
        </p:nvSpPr>
        <p:spPr>
          <a:xfrm>
            <a:off x="20037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0" name="Google Shape;180;p12"/>
          <p:cNvSpPr txBox="1"/>
          <p:nvPr>
            <p:ph idx="16" type="title"/>
          </p:nvPr>
        </p:nvSpPr>
        <p:spPr>
          <a:xfrm>
            <a:off x="37811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1" name="Google Shape;181;p12"/>
          <p:cNvSpPr txBox="1"/>
          <p:nvPr>
            <p:ph idx="17" type="title"/>
          </p:nvPr>
        </p:nvSpPr>
        <p:spPr>
          <a:xfrm>
            <a:off x="555847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2" name="Google Shape;182;p12"/>
          <p:cNvSpPr txBox="1"/>
          <p:nvPr>
            <p:ph idx="18" type="title"/>
          </p:nvPr>
        </p:nvSpPr>
        <p:spPr>
          <a:xfrm>
            <a:off x="73366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3" name="Google Shape;183;p12"/>
          <p:cNvSpPr txBox="1"/>
          <p:nvPr>
            <p:ph idx="19"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4" name="Google Shape;184;p12"/>
          <p:cNvSpPr txBox="1"/>
          <p:nvPr>
            <p:ph idx="20" type="title"/>
          </p:nvPr>
        </p:nvSpPr>
        <p:spPr>
          <a:xfrm>
            <a:off x="23650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5" name="Google Shape;185;p12"/>
          <p:cNvSpPr txBox="1"/>
          <p:nvPr>
            <p:ph idx="21" type="title"/>
          </p:nvPr>
        </p:nvSpPr>
        <p:spPr>
          <a:xfrm>
            <a:off x="41427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6" name="Google Shape;186;p12"/>
          <p:cNvSpPr txBox="1"/>
          <p:nvPr>
            <p:ph idx="22" type="title"/>
          </p:nvPr>
        </p:nvSpPr>
        <p:spPr>
          <a:xfrm>
            <a:off x="5921000"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7" name="Google Shape;187;p12"/>
          <p:cNvSpPr txBox="1"/>
          <p:nvPr>
            <p:ph idx="23" type="title"/>
          </p:nvPr>
        </p:nvSpPr>
        <p:spPr>
          <a:xfrm>
            <a:off x="769921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8" name="Google Shape;188;p1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89" name="Google Shape;189;p12"/>
          <p:cNvSpPr/>
          <p:nvPr>
            <p:ph idx="24" type="pic"/>
          </p:nvPr>
        </p:nvSpPr>
        <p:spPr>
          <a:xfrm>
            <a:off x="229025" y="3718641"/>
            <a:ext cx="1580400" cy="1249200"/>
          </a:xfrm>
          <a:prstGeom prst="roundRect">
            <a:avLst>
              <a:gd fmla="val 10359" name="adj"/>
            </a:avLst>
          </a:prstGeom>
          <a:noFill/>
          <a:ln>
            <a:noFill/>
          </a:ln>
        </p:spPr>
      </p:sp>
      <p:sp>
        <p:nvSpPr>
          <p:cNvPr id="190" name="Google Shape;190;p12"/>
          <p:cNvSpPr/>
          <p:nvPr>
            <p:ph idx="25" type="pic"/>
          </p:nvPr>
        </p:nvSpPr>
        <p:spPr>
          <a:xfrm>
            <a:off x="2005675" y="3718641"/>
            <a:ext cx="1580400" cy="1249200"/>
          </a:xfrm>
          <a:prstGeom prst="roundRect">
            <a:avLst>
              <a:gd fmla="val 10359" name="adj"/>
            </a:avLst>
          </a:prstGeom>
          <a:noFill/>
          <a:ln>
            <a:noFill/>
          </a:ln>
        </p:spPr>
      </p:sp>
      <p:sp>
        <p:nvSpPr>
          <p:cNvPr id="191" name="Google Shape;191;p12"/>
          <p:cNvSpPr/>
          <p:nvPr>
            <p:ph idx="26" type="pic"/>
          </p:nvPr>
        </p:nvSpPr>
        <p:spPr>
          <a:xfrm>
            <a:off x="3784263" y="3718641"/>
            <a:ext cx="1580400" cy="1249200"/>
          </a:xfrm>
          <a:prstGeom prst="roundRect">
            <a:avLst>
              <a:gd fmla="val 10359" name="adj"/>
            </a:avLst>
          </a:prstGeom>
          <a:noFill/>
          <a:ln>
            <a:noFill/>
          </a:ln>
        </p:spPr>
      </p:sp>
      <p:sp>
        <p:nvSpPr>
          <p:cNvPr id="192" name="Google Shape;192;p12"/>
          <p:cNvSpPr/>
          <p:nvPr>
            <p:ph idx="27" type="pic"/>
          </p:nvPr>
        </p:nvSpPr>
        <p:spPr>
          <a:xfrm>
            <a:off x="5560913" y="3718641"/>
            <a:ext cx="1580400" cy="1249200"/>
          </a:xfrm>
          <a:prstGeom prst="roundRect">
            <a:avLst>
              <a:gd fmla="val 10359" name="adj"/>
            </a:avLst>
          </a:prstGeom>
          <a:noFill/>
          <a:ln>
            <a:noFill/>
          </a:ln>
        </p:spPr>
      </p:sp>
      <p:sp>
        <p:nvSpPr>
          <p:cNvPr id="193" name="Google Shape;193;p12"/>
          <p:cNvSpPr/>
          <p:nvPr>
            <p:ph idx="28" type="pic"/>
          </p:nvPr>
        </p:nvSpPr>
        <p:spPr>
          <a:xfrm>
            <a:off x="7337563" y="3718641"/>
            <a:ext cx="1580400" cy="1249200"/>
          </a:xfrm>
          <a:prstGeom prst="roundRect">
            <a:avLst>
              <a:gd fmla="val 10359" name="adj"/>
            </a:avLst>
          </a:prstGeom>
          <a:noFill/>
          <a:ln>
            <a:noFill/>
          </a:ln>
        </p:spPr>
      </p:sp>
      <p:sp>
        <p:nvSpPr>
          <p:cNvPr id="194" name="Google Shape;194;p12"/>
          <p:cNvSpPr txBox="1"/>
          <p:nvPr>
            <p:ph idx="29" type="body"/>
          </p:nvPr>
        </p:nvSpPr>
        <p:spPr>
          <a:xfrm>
            <a:off x="7337076"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5" name="Google Shape;195;p12"/>
          <p:cNvSpPr txBox="1"/>
          <p:nvPr>
            <p:ph idx="30" type="body"/>
          </p:nvPr>
        </p:nvSpPr>
        <p:spPr>
          <a:xfrm>
            <a:off x="55596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12"/>
          <p:cNvSpPr txBox="1"/>
          <p:nvPr>
            <p:ph idx="31" type="body"/>
          </p:nvPr>
        </p:nvSpPr>
        <p:spPr>
          <a:xfrm>
            <a:off x="37821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7" name="Google Shape;197;p12"/>
          <p:cNvSpPr txBox="1"/>
          <p:nvPr>
            <p:ph idx="32" type="body"/>
          </p:nvPr>
        </p:nvSpPr>
        <p:spPr>
          <a:xfrm>
            <a:off x="2005163"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12"/>
          <p:cNvSpPr txBox="1"/>
          <p:nvPr>
            <p:ph idx="33" type="body"/>
          </p:nvPr>
        </p:nvSpPr>
        <p:spPr>
          <a:xfrm>
            <a:off x="22673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9" name="Google Shape;199;p12"/>
          <p:cNvSpPr txBox="1"/>
          <p:nvPr>
            <p:ph idx="34" type="body"/>
          </p:nvPr>
        </p:nvSpPr>
        <p:spPr>
          <a:xfrm>
            <a:off x="733944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0" name="Google Shape;200;p12"/>
          <p:cNvSpPr txBox="1"/>
          <p:nvPr>
            <p:ph idx="35" type="body"/>
          </p:nvPr>
        </p:nvSpPr>
        <p:spPr>
          <a:xfrm>
            <a:off x="556205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1" name="Google Shape;201;p12"/>
          <p:cNvSpPr txBox="1"/>
          <p:nvPr>
            <p:ph idx="36" type="body"/>
          </p:nvPr>
        </p:nvSpPr>
        <p:spPr>
          <a:xfrm>
            <a:off x="3784555"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2" name="Google Shape;202;p12"/>
          <p:cNvSpPr txBox="1"/>
          <p:nvPr>
            <p:ph idx="37" type="body"/>
          </p:nvPr>
        </p:nvSpPr>
        <p:spPr>
          <a:xfrm>
            <a:off x="200752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3" name="Google Shape;203;p12"/>
          <p:cNvSpPr txBox="1"/>
          <p:nvPr>
            <p:ph idx="38" type="body"/>
          </p:nvPr>
        </p:nvSpPr>
        <p:spPr>
          <a:xfrm>
            <a:off x="229100"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p:cSld name="CUSTOM_1_1_1">
    <p:spTree>
      <p:nvGrpSpPr>
        <p:cNvPr id="204" name="Shape 204"/>
        <p:cNvGrpSpPr/>
        <p:nvPr/>
      </p:nvGrpSpPr>
      <p:grpSpPr>
        <a:xfrm>
          <a:off x="0" y="0"/>
          <a:ext cx="0" cy="0"/>
          <a:chOff x="0" y="0"/>
          <a:chExt cx="0" cy="0"/>
        </a:xfrm>
      </p:grpSpPr>
      <p:sp>
        <p:nvSpPr>
          <p:cNvPr id="205" name="Google Shape;205;p13"/>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06" name="Google Shape;206;p13"/>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7" name="Google Shape;207;p13"/>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8" name="Google Shape;208;p13"/>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9" name="Google Shape;209;p13"/>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10" name="Google Shape;210;p13"/>
          <p:cNvSpPr txBox="1"/>
          <p:nvPr>
            <p:ph idx="5"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 name="Google Shape;211;p13"/>
          <p:cNvSpPr txBox="1"/>
          <p:nvPr>
            <p:ph idx="1"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13"/>
          <p:cNvSpPr txBox="1"/>
          <p:nvPr>
            <p:ph idx="6"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13"/>
          <p:cNvSpPr txBox="1"/>
          <p:nvPr>
            <p:ph idx="7"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13"/>
          <p:cNvSpPr txBox="1"/>
          <p:nvPr>
            <p:ph idx="8"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13"/>
          <p:cNvSpPr txBox="1"/>
          <p:nvPr>
            <p:ph idx="9" type="subTitle"/>
          </p:nvPr>
        </p:nvSpPr>
        <p:spPr>
          <a:xfrm>
            <a:off x="337750" y="420722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6" name="Google Shape;216;p13"/>
          <p:cNvSpPr txBox="1"/>
          <p:nvPr>
            <p:ph idx="13" type="subTitle"/>
          </p:nvPr>
        </p:nvSpPr>
        <p:spPr>
          <a:xfrm>
            <a:off x="337750" y="37373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7" name="Google Shape;217;p13"/>
          <p:cNvSpPr txBox="1"/>
          <p:nvPr>
            <p:ph idx="14" type="subTitle"/>
          </p:nvPr>
        </p:nvSpPr>
        <p:spPr>
          <a:xfrm>
            <a:off x="337750" y="32477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8" name="Google Shape;218;p13"/>
          <p:cNvSpPr txBox="1"/>
          <p:nvPr>
            <p:ph idx="15" type="subTitle"/>
          </p:nvPr>
        </p:nvSpPr>
        <p:spPr>
          <a:xfrm>
            <a:off x="337750" y="27581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9" name="Google Shape;219;p13"/>
          <p:cNvSpPr txBox="1"/>
          <p:nvPr>
            <p:ph idx="16" type="subTitle"/>
          </p:nvPr>
        </p:nvSpPr>
        <p:spPr>
          <a:xfrm>
            <a:off x="337750" y="22685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20" name="Google Shape;220;p13"/>
          <p:cNvSpPr txBox="1"/>
          <p:nvPr>
            <p:ph idx="17"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13"/>
          <p:cNvSpPr txBox="1"/>
          <p:nvPr>
            <p:ph idx="18"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2" name="Google Shape;222;p13"/>
          <p:cNvSpPr txBox="1"/>
          <p:nvPr>
            <p:ph idx="19"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3" name="Google Shape;223;p13"/>
          <p:cNvSpPr txBox="1"/>
          <p:nvPr>
            <p:ph idx="20"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4" name="Google Shape;224;p13"/>
          <p:cNvSpPr txBox="1"/>
          <p:nvPr>
            <p:ph idx="21"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5" name="Google Shape;225;p13"/>
          <p:cNvSpPr txBox="1"/>
          <p:nvPr>
            <p:ph idx="22"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6" name="Google Shape;226;p13"/>
          <p:cNvSpPr txBox="1"/>
          <p:nvPr>
            <p:ph idx="2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7" name="Google Shape;227;p13"/>
          <p:cNvSpPr txBox="1"/>
          <p:nvPr>
            <p:ph idx="2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8" name="Google Shape;228;p13"/>
          <p:cNvSpPr txBox="1"/>
          <p:nvPr>
            <p:ph idx="2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9" name="Google Shape;229;p13"/>
          <p:cNvSpPr txBox="1"/>
          <p:nvPr>
            <p:ph idx="2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0" name="Google Shape;230;p13"/>
          <p:cNvSpPr txBox="1"/>
          <p:nvPr>
            <p:ph idx="2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1" name="Google Shape;231;p13"/>
          <p:cNvSpPr txBox="1"/>
          <p:nvPr>
            <p:ph idx="2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2" name="Google Shape;232;p13"/>
          <p:cNvSpPr txBox="1"/>
          <p:nvPr>
            <p:ph idx="2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3" name="Google Shape;233;p13"/>
          <p:cNvSpPr txBox="1"/>
          <p:nvPr>
            <p:ph idx="3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4" name="Google Shape;234;p13"/>
          <p:cNvSpPr txBox="1"/>
          <p:nvPr>
            <p:ph idx="3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5" name="Google Shape;235;p13"/>
          <p:cNvSpPr txBox="1"/>
          <p:nvPr>
            <p:ph idx="3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6" name="Google Shape;236;p13"/>
          <p:cNvSpPr txBox="1"/>
          <p:nvPr>
            <p:ph idx="3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7" name="Google Shape;237;p13"/>
          <p:cNvSpPr txBox="1"/>
          <p:nvPr>
            <p:ph idx="3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8" name="Google Shape;238;p13"/>
          <p:cNvSpPr txBox="1"/>
          <p:nvPr>
            <p:ph idx="3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9" name="Google Shape;239;p13"/>
          <p:cNvSpPr txBox="1"/>
          <p:nvPr>
            <p:ph idx="3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3">
    <p:spTree>
      <p:nvGrpSpPr>
        <p:cNvPr id="240" name="Shape 240"/>
        <p:cNvGrpSpPr/>
        <p:nvPr/>
      </p:nvGrpSpPr>
      <p:grpSpPr>
        <a:xfrm>
          <a:off x="0" y="0"/>
          <a:ext cx="0" cy="0"/>
          <a:chOff x="0" y="0"/>
          <a:chExt cx="0" cy="0"/>
        </a:xfrm>
      </p:grpSpPr>
      <p:sp>
        <p:nvSpPr>
          <p:cNvPr id="241" name="Google Shape;241;p14"/>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42" name="Google Shape;242;p14"/>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3" name="Google Shape;243;p14"/>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4" name="Google Shape;244;p14"/>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5" name="Google Shape;245;p14"/>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6" name="Google Shape;246;p14"/>
          <p:cNvSpPr txBox="1"/>
          <p:nvPr>
            <p:ph idx="1"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7" name="Google Shape;247;p14"/>
          <p:cNvSpPr txBox="1"/>
          <p:nvPr>
            <p:ph idx="5"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8" name="Google Shape;248;p14"/>
          <p:cNvSpPr txBox="1"/>
          <p:nvPr>
            <p:ph idx="6"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9" name="Google Shape;249;p14"/>
          <p:cNvSpPr txBox="1"/>
          <p:nvPr>
            <p:ph idx="7"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0" name="Google Shape;250;p14"/>
          <p:cNvSpPr txBox="1"/>
          <p:nvPr>
            <p:ph idx="8"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1" name="Google Shape;251;p14"/>
          <p:cNvSpPr txBox="1"/>
          <p:nvPr>
            <p:ph idx="9"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2" name="Google Shape;252;p14"/>
          <p:cNvSpPr txBox="1"/>
          <p:nvPr>
            <p:ph idx="1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3" name="Google Shape;253;p14"/>
          <p:cNvSpPr txBox="1"/>
          <p:nvPr>
            <p:ph idx="1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4" name="Google Shape;254;p14"/>
          <p:cNvSpPr txBox="1"/>
          <p:nvPr>
            <p:ph idx="1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5" name="Google Shape;255;p14"/>
          <p:cNvSpPr txBox="1"/>
          <p:nvPr>
            <p:ph idx="1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6" name="Google Shape;256;p14"/>
          <p:cNvSpPr txBox="1"/>
          <p:nvPr>
            <p:ph idx="1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7" name="Google Shape;257;p14"/>
          <p:cNvSpPr txBox="1"/>
          <p:nvPr>
            <p:ph idx="1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8" name="Google Shape;258;p14"/>
          <p:cNvSpPr txBox="1"/>
          <p:nvPr>
            <p:ph idx="1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9" name="Google Shape;259;p14"/>
          <p:cNvSpPr txBox="1"/>
          <p:nvPr>
            <p:ph idx="2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0" name="Google Shape;260;p14"/>
          <p:cNvSpPr txBox="1"/>
          <p:nvPr>
            <p:ph idx="2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1" name="Google Shape;261;p14"/>
          <p:cNvSpPr txBox="1"/>
          <p:nvPr>
            <p:ph idx="2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14"/>
          <p:cNvSpPr txBox="1"/>
          <p:nvPr>
            <p:ph idx="2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3" name="Google Shape;263;p14"/>
          <p:cNvSpPr txBox="1"/>
          <p:nvPr>
            <p:ph idx="2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14"/>
          <p:cNvSpPr txBox="1"/>
          <p:nvPr>
            <p:ph idx="2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5" name="Google Shape;265;p14"/>
          <p:cNvSpPr txBox="1"/>
          <p:nvPr>
            <p:ph idx="2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14"/>
          <p:cNvSpPr txBox="1"/>
          <p:nvPr>
            <p:ph idx="27"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14"/>
          <p:cNvSpPr txBox="1"/>
          <p:nvPr>
            <p:ph idx="28" type="subTitle"/>
          </p:nvPr>
        </p:nvSpPr>
        <p:spPr>
          <a:xfrm>
            <a:off x="337750" y="420722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8" name="Google Shape;268;p14"/>
          <p:cNvSpPr txBox="1"/>
          <p:nvPr>
            <p:ph idx="29" type="subTitle"/>
          </p:nvPr>
        </p:nvSpPr>
        <p:spPr>
          <a:xfrm>
            <a:off x="337750" y="37373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9" name="Google Shape;269;p14"/>
          <p:cNvSpPr txBox="1"/>
          <p:nvPr>
            <p:ph idx="30" type="subTitle"/>
          </p:nvPr>
        </p:nvSpPr>
        <p:spPr>
          <a:xfrm>
            <a:off x="337750" y="32477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0" name="Google Shape;270;p14"/>
          <p:cNvSpPr txBox="1"/>
          <p:nvPr>
            <p:ph idx="31" type="subTitle"/>
          </p:nvPr>
        </p:nvSpPr>
        <p:spPr>
          <a:xfrm>
            <a:off x="337750" y="27581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1" name="Google Shape;271;p14"/>
          <p:cNvSpPr txBox="1"/>
          <p:nvPr>
            <p:ph idx="32" type="subTitle"/>
          </p:nvPr>
        </p:nvSpPr>
        <p:spPr>
          <a:xfrm>
            <a:off x="337750" y="22685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2" name="Google Shape;272;p14"/>
          <p:cNvSpPr txBox="1"/>
          <p:nvPr>
            <p:ph idx="33"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14"/>
          <p:cNvSpPr txBox="1"/>
          <p:nvPr>
            <p:ph idx="34"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14"/>
          <p:cNvSpPr txBox="1"/>
          <p:nvPr>
            <p:ph idx="35"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14"/>
          <p:cNvSpPr txBox="1"/>
          <p:nvPr>
            <p:ph idx="36"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and folder background">
  <p:cSld name="CUSTOM_1_1">
    <p:spTree>
      <p:nvGrpSpPr>
        <p:cNvPr id="276" name="Shape 276"/>
        <p:cNvGrpSpPr/>
        <p:nvPr/>
      </p:nvGrpSpPr>
      <p:grpSpPr>
        <a:xfrm>
          <a:off x="0" y="0"/>
          <a:ext cx="0" cy="0"/>
          <a:chOff x="0" y="0"/>
          <a:chExt cx="0" cy="0"/>
        </a:xfrm>
      </p:grpSpPr>
      <p:sp>
        <p:nvSpPr>
          <p:cNvPr id="277" name="Google Shape;277;p15"/>
          <p:cNvSpPr/>
          <p:nvPr/>
        </p:nvSpPr>
        <p:spPr>
          <a:xfrm>
            <a:off x="-2450" y="486600"/>
            <a:ext cx="9144000" cy="4656900"/>
          </a:xfrm>
          <a:prstGeom prst="roundRect">
            <a:avLst>
              <a:gd fmla="val 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78" name="Google Shape;278;p1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79" name="Google Shape;279;p15"/>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0" name="Google Shape;280;p15"/>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1" name="Google Shape;281;p15"/>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2" name="Google Shape;282;p15"/>
          <p:cNvSpPr txBox="1"/>
          <p:nvPr>
            <p:ph idx="4" type="subTitle"/>
          </p:nvPr>
        </p:nvSpPr>
        <p:spPr>
          <a:xfrm>
            <a:off x="4617888"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cxnSp>
        <p:nvCxnSpPr>
          <p:cNvPr id="283" name="Google Shape;283;p15"/>
          <p:cNvCxnSpPr/>
          <p:nvPr/>
        </p:nvCxnSpPr>
        <p:spPr>
          <a:xfrm rot="10800000">
            <a:off x="5397992"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4" name="Google Shape;284;p15"/>
          <p:cNvCxnSpPr/>
          <p:nvPr/>
        </p:nvCxnSpPr>
        <p:spPr>
          <a:xfrm rot="10800000">
            <a:off x="6114201" y="3025007"/>
            <a:ext cx="0" cy="1576800"/>
          </a:xfrm>
          <a:prstGeom prst="straightConnector1">
            <a:avLst/>
          </a:prstGeom>
          <a:noFill/>
          <a:ln cap="flat" cmpd="sng" w="9525">
            <a:solidFill>
              <a:schemeClr val="dk1"/>
            </a:solidFill>
            <a:prstDash val="dot"/>
            <a:round/>
            <a:headEnd len="sm" w="sm" type="none"/>
            <a:tailEnd len="sm" w="sm" type="none"/>
          </a:ln>
        </p:spPr>
      </p:cxnSp>
      <p:cxnSp>
        <p:nvCxnSpPr>
          <p:cNvPr id="285" name="Google Shape;285;p15"/>
          <p:cNvCxnSpPr/>
          <p:nvPr/>
        </p:nvCxnSpPr>
        <p:spPr>
          <a:xfrm rot="10800000">
            <a:off x="6816098"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6" name="Google Shape;286;p15"/>
          <p:cNvCxnSpPr/>
          <p:nvPr/>
        </p:nvCxnSpPr>
        <p:spPr>
          <a:xfrm rot="10800000">
            <a:off x="7517325"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7" name="Google Shape;287;p15"/>
          <p:cNvCxnSpPr/>
          <p:nvPr/>
        </p:nvCxnSpPr>
        <p:spPr>
          <a:xfrm rot="10800000">
            <a:off x="8218904" y="3025011"/>
            <a:ext cx="0" cy="1576800"/>
          </a:xfrm>
          <a:prstGeom prst="straightConnector1">
            <a:avLst/>
          </a:prstGeom>
          <a:noFill/>
          <a:ln cap="flat" cmpd="sng" w="9525">
            <a:solidFill>
              <a:schemeClr val="dk1"/>
            </a:solidFill>
            <a:prstDash val="dot"/>
            <a:round/>
            <a:headEnd len="sm" w="sm" type="none"/>
            <a:tailEnd len="sm" w="sm" type="none"/>
          </a:ln>
        </p:spPr>
      </p:cxnSp>
      <p:cxnSp>
        <p:nvCxnSpPr>
          <p:cNvPr id="288" name="Google Shape;288;p15"/>
          <p:cNvCxnSpPr/>
          <p:nvPr/>
        </p:nvCxnSpPr>
        <p:spPr>
          <a:xfrm rot="10800000">
            <a:off x="5043384" y="4397242"/>
            <a:ext cx="3684900" cy="0"/>
          </a:xfrm>
          <a:prstGeom prst="straightConnector1">
            <a:avLst/>
          </a:prstGeom>
          <a:noFill/>
          <a:ln cap="flat" cmpd="sng" w="9525">
            <a:solidFill>
              <a:schemeClr val="dk1"/>
            </a:solidFill>
            <a:prstDash val="dot"/>
            <a:round/>
            <a:headEnd len="sm" w="sm" type="none"/>
            <a:tailEnd len="sm" w="sm" type="none"/>
          </a:ln>
        </p:spPr>
      </p:cxnSp>
      <p:cxnSp>
        <p:nvCxnSpPr>
          <p:cNvPr id="289" name="Google Shape;289;p15"/>
          <p:cNvCxnSpPr/>
          <p:nvPr/>
        </p:nvCxnSpPr>
        <p:spPr>
          <a:xfrm rot="10800000">
            <a:off x="5043384" y="4106948"/>
            <a:ext cx="3684900" cy="0"/>
          </a:xfrm>
          <a:prstGeom prst="straightConnector1">
            <a:avLst/>
          </a:prstGeom>
          <a:noFill/>
          <a:ln cap="flat" cmpd="sng" w="9525">
            <a:solidFill>
              <a:schemeClr val="dk1"/>
            </a:solidFill>
            <a:prstDash val="dot"/>
            <a:round/>
            <a:headEnd len="sm" w="sm" type="none"/>
            <a:tailEnd len="sm" w="sm" type="none"/>
          </a:ln>
        </p:spPr>
      </p:cxnSp>
      <p:cxnSp>
        <p:nvCxnSpPr>
          <p:cNvPr id="290" name="Google Shape;290;p15"/>
          <p:cNvCxnSpPr/>
          <p:nvPr/>
        </p:nvCxnSpPr>
        <p:spPr>
          <a:xfrm rot="10800000">
            <a:off x="5043384" y="3813733"/>
            <a:ext cx="3684900" cy="0"/>
          </a:xfrm>
          <a:prstGeom prst="straightConnector1">
            <a:avLst/>
          </a:prstGeom>
          <a:noFill/>
          <a:ln cap="flat" cmpd="sng" w="9525">
            <a:solidFill>
              <a:schemeClr val="dk1"/>
            </a:solidFill>
            <a:prstDash val="dot"/>
            <a:round/>
            <a:headEnd len="sm" w="sm" type="none"/>
            <a:tailEnd len="sm" w="sm" type="none"/>
          </a:ln>
        </p:spPr>
      </p:cxnSp>
      <p:cxnSp>
        <p:nvCxnSpPr>
          <p:cNvPr id="291" name="Google Shape;291;p15"/>
          <p:cNvCxnSpPr/>
          <p:nvPr/>
        </p:nvCxnSpPr>
        <p:spPr>
          <a:xfrm rot="10800000">
            <a:off x="5043384" y="3521491"/>
            <a:ext cx="3684900" cy="0"/>
          </a:xfrm>
          <a:prstGeom prst="straightConnector1">
            <a:avLst/>
          </a:prstGeom>
          <a:noFill/>
          <a:ln cap="flat" cmpd="sng" w="9525">
            <a:solidFill>
              <a:schemeClr val="dk1"/>
            </a:solidFill>
            <a:prstDash val="dot"/>
            <a:round/>
            <a:headEnd len="sm" w="sm" type="none"/>
            <a:tailEnd len="sm" w="sm" type="none"/>
          </a:ln>
        </p:spPr>
      </p:cxnSp>
      <p:cxnSp>
        <p:nvCxnSpPr>
          <p:cNvPr id="292" name="Google Shape;292;p15"/>
          <p:cNvCxnSpPr/>
          <p:nvPr/>
        </p:nvCxnSpPr>
        <p:spPr>
          <a:xfrm rot="10800000">
            <a:off x="5043384" y="3228574"/>
            <a:ext cx="3684900" cy="0"/>
          </a:xfrm>
          <a:prstGeom prst="straightConnector1">
            <a:avLst/>
          </a:prstGeom>
          <a:noFill/>
          <a:ln cap="flat" cmpd="sng" w="9525">
            <a:solidFill>
              <a:schemeClr val="dk1"/>
            </a:solidFill>
            <a:prstDash val="dot"/>
            <a:round/>
            <a:headEnd len="sm" w="sm" type="none"/>
            <a:tailEnd len="sm" w="sm" type="none"/>
          </a:ln>
        </p:spPr>
      </p:cxnSp>
      <p:cxnSp>
        <p:nvCxnSpPr>
          <p:cNvPr id="293" name="Google Shape;293;p15"/>
          <p:cNvCxnSpPr/>
          <p:nvPr/>
        </p:nvCxnSpPr>
        <p:spPr>
          <a:xfrm rot="10800000">
            <a:off x="5043640" y="4602364"/>
            <a:ext cx="3684900" cy="0"/>
          </a:xfrm>
          <a:prstGeom prst="straightConnector1">
            <a:avLst/>
          </a:prstGeom>
          <a:noFill/>
          <a:ln cap="flat" cmpd="sng" w="9525">
            <a:solidFill>
              <a:schemeClr val="dk1"/>
            </a:solidFill>
            <a:prstDash val="solid"/>
            <a:round/>
            <a:headEnd len="sm" w="sm" type="none"/>
            <a:tailEnd len="sm" w="sm" type="none"/>
          </a:ln>
        </p:spPr>
      </p:cxnSp>
      <p:cxnSp>
        <p:nvCxnSpPr>
          <p:cNvPr id="294" name="Google Shape;294;p15"/>
          <p:cNvCxnSpPr/>
          <p:nvPr/>
        </p:nvCxnSpPr>
        <p:spPr>
          <a:xfrm rot="10800000">
            <a:off x="5043455" y="3022856"/>
            <a:ext cx="0" cy="1582200"/>
          </a:xfrm>
          <a:prstGeom prst="straightConnector1">
            <a:avLst/>
          </a:prstGeom>
          <a:noFill/>
          <a:ln cap="flat" cmpd="sng" w="9525">
            <a:solidFill>
              <a:schemeClr val="dk1"/>
            </a:solidFill>
            <a:prstDash val="solid"/>
            <a:round/>
            <a:headEnd len="sm" w="sm" type="none"/>
            <a:tailEnd len="sm" w="sm" type="none"/>
          </a:ln>
        </p:spPr>
      </p:cxnSp>
      <p:sp>
        <p:nvSpPr>
          <p:cNvPr id="295" name="Google Shape;295;p15"/>
          <p:cNvSpPr txBox="1"/>
          <p:nvPr>
            <p:ph idx="5" type="subTitle"/>
          </p:nvPr>
        </p:nvSpPr>
        <p:spPr>
          <a:xfrm>
            <a:off x="392000"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6" name="Google Shape;296;p15"/>
          <p:cNvSpPr txBox="1"/>
          <p:nvPr>
            <p:ph idx="6" type="subTitle"/>
          </p:nvPr>
        </p:nvSpPr>
        <p:spPr>
          <a:xfrm>
            <a:off x="1390838"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7" name="Google Shape;297;p15"/>
          <p:cNvSpPr txBox="1"/>
          <p:nvPr>
            <p:ph idx="7" type="subTitle"/>
          </p:nvPr>
        </p:nvSpPr>
        <p:spPr>
          <a:xfrm>
            <a:off x="2389500" y="4602800"/>
            <a:ext cx="903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8" name="Google Shape;298;p15"/>
          <p:cNvSpPr txBox="1"/>
          <p:nvPr>
            <p:ph idx="8" type="subTitle"/>
          </p:nvPr>
        </p:nvSpPr>
        <p:spPr>
          <a:xfrm>
            <a:off x="3388150" y="4601800"/>
            <a:ext cx="9603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9" name="Google Shape;299;p15"/>
          <p:cNvSpPr txBox="1"/>
          <p:nvPr>
            <p:ph idx="9" type="subTitle"/>
          </p:nvPr>
        </p:nvSpPr>
        <p:spPr>
          <a:xfrm>
            <a:off x="392025" y="4022425"/>
            <a:ext cx="9165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0" name="Google Shape;300;p15"/>
          <p:cNvSpPr txBox="1"/>
          <p:nvPr>
            <p:ph idx="13" type="subTitle"/>
          </p:nvPr>
        </p:nvSpPr>
        <p:spPr>
          <a:xfrm>
            <a:off x="139105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1" name="Google Shape;301;p15"/>
          <p:cNvSpPr txBox="1"/>
          <p:nvPr>
            <p:ph idx="14" type="subTitle"/>
          </p:nvPr>
        </p:nvSpPr>
        <p:spPr>
          <a:xfrm>
            <a:off x="239020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2" name="Google Shape;302;p15"/>
          <p:cNvSpPr txBox="1"/>
          <p:nvPr>
            <p:ph idx="15" type="subTitle"/>
          </p:nvPr>
        </p:nvSpPr>
        <p:spPr>
          <a:xfrm>
            <a:off x="3394525" y="4022425"/>
            <a:ext cx="9540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15"/>
          <p:cNvSpPr txBox="1"/>
          <p:nvPr>
            <p:ph idx="16" type="subTitle"/>
          </p:nvPr>
        </p:nvSpPr>
        <p:spPr>
          <a:xfrm>
            <a:off x="227625"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sp>
        <p:nvSpPr>
          <p:cNvPr id="304" name="Google Shape;304;p15"/>
          <p:cNvSpPr txBox="1"/>
          <p:nvPr>
            <p:ph idx="17" type="subTitle"/>
          </p:nvPr>
        </p:nvSpPr>
        <p:spPr>
          <a:xfrm>
            <a:off x="5401957"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5" name="Google Shape;305;p15"/>
          <p:cNvSpPr txBox="1"/>
          <p:nvPr>
            <p:ph idx="18" type="subTitle"/>
          </p:nvPr>
        </p:nvSpPr>
        <p:spPr>
          <a:xfrm>
            <a:off x="610413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6" name="Google Shape;306;p15"/>
          <p:cNvSpPr txBox="1"/>
          <p:nvPr>
            <p:ph idx="19" type="subTitle"/>
          </p:nvPr>
        </p:nvSpPr>
        <p:spPr>
          <a:xfrm>
            <a:off x="6811663"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15"/>
          <p:cNvSpPr txBox="1"/>
          <p:nvPr>
            <p:ph idx="20" type="subTitle"/>
          </p:nvPr>
        </p:nvSpPr>
        <p:spPr>
          <a:xfrm>
            <a:off x="822018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8" name="Google Shape;308;p15"/>
          <p:cNvSpPr txBox="1"/>
          <p:nvPr>
            <p:ph idx="21" type="subTitle"/>
          </p:nvPr>
        </p:nvSpPr>
        <p:spPr>
          <a:xfrm>
            <a:off x="7516525"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9" name="Google Shape;309;p15"/>
          <p:cNvSpPr txBox="1"/>
          <p:nvPr>
            <p:ph idx="22" type="subTitle"/>
          </p:nvPr>
        </p:nvSpPr>
        <p:spPr>
          <a:xfrm>
            <a:off x="4695907" y="40593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0" name="Google Shape;310;p15"/>
          <p:cNvSpPr txBox="1"/>
          <p:nvPr>
            <p:ph idx="23" type="subTitle"/>
          </p:nvPr>
        </p:nvSpPr>
        <p:spPr>
          <a:xfrm>
            <a:off x="4695907" y="43588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15"/>
          <p:cNvSpPr txBox="1"/>
          <p:nvPr>
            <p:ph idx="24" type="subTitle"/>
          </p:nvPr>
        </p:nvSpPr>
        <p:spPr>
          <a:xfrm>
            <a:off x="4695907" y="347470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2" name="Google Shape;312;p15"/>
          <p:cNvSpPr txBox="1"/>
          <p:nvPr>
            <p:ph idx="25" type="subTitle"/>
          </p:nvPr>
        </p:nvSpPr>
        <p:spPr>
          <a:xfrm>
            <a:off x="4695907" y="37778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3" name="Google Shape;313;p15"/>
          <p:cNvSpPr txBox="1"/>
          <p:nvPr>
            <p:ph idx="26" type="subTitle"/>
          </p:nvPr>
        </p:nvSpPr>
        <p:spPr>
          <a:xfrm>
            <a:off x="4695907" y="31817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4" name="Google Shape;314;p15"/>
          <p:cNvSpPr txBox="1"/>
          <p:nvPr>
            <p:ph idx="27" type="title"/>
          </p:nvPr>
        </p:nvSpPr>
        <p:spPr>
          <a:xfrm>
            <a:off x="593775" y="707062"/>
            <a:ext cx="7196400" cy="615900"/>
          </a:xfrm>
          <a:prstGeom prst="rect">
            <a:avLst/>
          </a:prstGeom>
        </p:spPr>
        <p:txBody>
          <a:bodyPr anchorCtr="0" anchor="t" bIns="91425"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2">
  <p:cSld name="CUSTOM_7_1_1_1_1_1_1_1_1_1_1_1_1_1_1_1_1_9">
    <p:spTree>
      <p:nvGrpSpPr>
        <p:cNvPr id="315" name="Shape 315"/>
        <p:cNvGrpSpPr/>
        <p:nvPr/>
      </p:nvGrpSpPr>
      <p:grpSpPr>
        <a:xfrm>
          <a:off x="0" y="0"/>
          <a:ext cx="0" cy="0"/>
          <a:chOff x="0" y="0"/>
          <a:chExt cx="0" cy="0"/>
        </a:xfrm>
      </p:grpSpPr>
      <p:sp>
        <p:nvSpPr>
          <p:cNvPr id="316" name="Google Shape;316;p16"/>
          <p:cNvSpPr txBox="1"/>
          <p:nvPr>
            <p:ph type="title"/>
          </p:nvPr>
        </p:nvSpPr>
        <p:spPr>
          <a:xfrm>
            <a:off x="2121700"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7" name="Google Shape;317;p16"/>
          <p:cNvSpPr txBox="1"/>
          <p:nvPr>
            <p:ph idx="2" type="title"/>
          </p:nvPr>
        </p:nvSpPr>
        <p:spPr>
          <a:xfrm>
            <a:off x="38992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8" name="Google Shape;318;p16"/>
          <p:cNvSpPr txBox="1"/>
          <p:nvPr>
            <p:ph idx="3" type="title"/>
          </p:nvPr>
        </p:nvSpPr>
        <p:spPr>
          <a:xfrm>
            <a:off x="56764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9" name="Google Shape;319;p16"/>
          <p:cNvSpPr txBox="1"/>
          <p:nvPr>
            <p:ph idx="4" type="title"/>
          </p:nvPr>
        </p:nvSpPr>
        <p:spPr>
          <a:xfrm>
            <a:off x="74537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0" name="Google Shape;320;p16"/>
          <p:cNvSpPr txBox="1"/>
          <p:nvPr>
            <p:ph idx="5" type="title"/>
          </p:nvPr>
        </p:nvSpPr>
        <p:spPr>
          <a:xfrm>
            <a:off x="3419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1" name="Google Shape;321;p16"/>
          <p:cNvSpPr txBox="1"/>
          <p:nvPr>
            <p:ph idx="6" type="title"/>
          </p:nvPr>
        </p:nvSpPr>
        <p:spPr>
          <a:xfrm>
            <a:off x="218425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2" name="Google Shape;322;p16"/>
          <p:cNvSpPr txBox="1"/>
          <p:nvPr>
            <p:ph idx="7" type="title"/>
          </p:nvPr>
        </p:nvSpPr>
        <p:spPr>
          <a:xfrm>
            <a:off x="3962263"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3" name="Google Shape;323;p16"/>
          <p:cNvSpPr txBox="1"/>
          <p:nvPr>
            <p:ph idx="8" type="title"/>
          </p:nvPr>
        </p:nvSpPr>
        <p:spPr>
          <a:xfrm>
            <a:off x="406525"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4" name="Google Shape;324;p16"/>
          <p:cNvSpPr txBox="1"/>
          <p:nvPr>
            <p:ph idx="9" type="title"/>
          </p:nvPr>
        </p:nvSpPr>
        <p:spPr>
          <a:xfrm>
            <a:off x="572960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5" name="Google Shape;325;p16"/>
          <p:cNvSpPr txBox="1"/>
          <p:nvPr>
            <p:ph idx="13" type="title"/>
          </p:nvPr>
        </p:nvSpPr>
        <p:spPr>
          <a:xfrm>
            <a:off x="7518138"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6" name="Google Shape;326;p16"/>
          <p:cNvSpPr txBox="1"/>
          <p:nvPr>
            <p:ph idx="1" type="body"/>
          </p:nvPr>
        </p:nvSpPr>
        <p:spPr>
          <a:xfrm>
            <a:off x="223881" y="33185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7" name="Google Shape;327;p16"/>
          <p:cNvSpPr txBox="1"/>
          <p:nvPr>
            <p:ph idx="14" type="body"/>
          </p:nvPr>
        </p:nvSpPr>
        <p:spPr>
          <a:xfrm>
            <a:off x="2004019" y="33164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16"/>
          <p:cNvSpPr txBox="1"/>
          <p:nvPr>
            <p:ph idx="15" type="body"/>
          </p:nvPr>
        </p:nvSpPr>
        <p:spPr>
          <a:xfrm>
            <a:off x="3781781" y="33174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16"/>
          <p:cNvSpPr txBox="1"/>
          <p:nvPr>
            <p:ph idx="16" type="body"/>
          </p:nvPr>
        </p:nvSpPr>
        <p:spPr>
          <a:xfrm>
            <a:off x="55599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16"/>
          <p:cNvSpPr txBox="1"/>
          <p:nvPr>
            <p:ph idx="17" type="body"/>
          </p:nvPr>
        </p:nvSpPr>
        <p:spPr>
          <a:xfrm>
            <a:off x="73410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16"/>
          <p:cNvSpPr txBox="1"/>
          <p:nvPr>
            <p:ph idx="18" type="body"/>
          </p:nvPr>
        </p:nvSpPr>
        <p:spPr>
          <a:xfrm>
            <a:off x="2238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16"/>
          <p:cNvSpPr txBox="1"/>
          <p:nvPr>
            <p:ph idx="19" type="body"/>
          </p:nvPr>
        </p:nvSpPr>
        <p:spPr>
          <a:xfrm>
            <a:off x="2004019"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3" name="Google Shape;333;p16"/>
          <p:cNvSpPr txBox="1"/>
          <p:nvPr>
            <p:ph idx="20" type="body"/>
          </p:nvPr>
        </p:nvSpPr>
        <p:spPr>
          <a:xfrm>
            <a:off x="37817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4" name="Google Shape;334;p16"/>
          <p:cNvSpPr txBox="1"/>
          <p:nvPr>
            <p:ph idx="21" type="body"/>
          </p:nvPr>
        </p:nvSpPr>
        <p:spPr>
          <a:xfrm>
            <a:off x="55599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16"/>
          <p:cNvSpPr txBox="1"/>
          <p:nvPr>
            <p:ph idx="22" type="body"/>
          </p:nvPr>
        </p:nvSpPr>
        <p:spPr>
          <a:xfrm>
            <a:off x="73410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6" name="Google Shape;336;p16"/>
          <p:cNvSpPr txBox="1"/>
          <p:nvPr>
            <p:ph idx="23" type="title"/>
          </p:nvPr>
        </p:nvSpPr>
        <p:spPr>
          <a:xfrm>
            <a:off x="3782413" y="19250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7" name="Google Shape;337;p16"/>
          <p:cNvSpPr txBox="1"/>
          <p:nvPr>
            <p:ph idx="24" type="title"/>
          </p:nvPr>
        </p:nvSpPr>
        <p:spPr>
          <a:xfrm>
            <a:off x="2004613" y="19240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8" name="Google Shape;338;p16"/>
          <p:cNvSpPr txBox="1"/>
          <p:nvPr>
            <p:ph idx="25" type="title"/>
          </p:nvPr>
        </p:nvSpPr>
        <p:spPr>
          <a:xfrm>
            <a:off x="227650" y="19261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9" name="Google Shape;339;p16"/>
          <p:cNvSpPr txBox="1"/>
          <p:nvPr>
            <p:ph idx="26" type="title"/>
          </p:nvPr>
        </p:nvSpPr>
        <p:spPr>
          <a:xfrm>
            <a:off x="73408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0" name="Google Shape;340;p16"/>
          <p:cNvSpPr txBox="1"/>
          <p:nvPr>
            <p:ph idx="27" type="title"/>
          </p:nvPr>
        </p:nvSpPr>
        <p:spPr>
          <a:xfrm>
            <a:off x="55593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1" name="Google Shape;341;p16"/>
          <p:cNvSpPr txBox="1"/>
          <p:nvPr>
            <p:ph idx="28"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2" name="Google Shape;342;p16"/>
          <p:cNvSpPr txBox="1"/>
          <p:nvPr>
            <p:ph idx="29" type="body"/>
          </p:nvPr>
        </p:nvSpPr>
        <p:spPr>
          <a:xfrm>
            <a:off x="223881" y="24904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3" name="Google Shape;343;p16"/>
          <p:cNvSpPr txBox="1"/>
          <p:nvPr>
            <p:ph idx="30" type="body"/>
          </p:nvPr>
        </p:nvSpPr>
        <p:spPr>
          <a:xfrm>
            <a:off x="2004019" y="24883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4" name="Google Shape;344;p16"/>
          <p:cNvSpPr txBox="1"/>
          <p:nvPr>
            <p:ph idx="31" type="body"/>
          </p:nvPr>
        </p:nvSpPr>
        <p:spPr>
          <a:xfrm>
            <a:off x="3781781" y="24893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5" name="Google Shape;345;p16"/>
          <p:cNvSpPr txBox="1"/>
          <p:nvPr>
            <p:ph idx="32" type="body"/>
          </p:nvPr>
        </p:nvSpPr>
        <p:spPr>
          <a:xfrm>
            <a:off x="55599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6" name="Google Shape;346;p16"/>
          <p:cNvSpPr txBox="1"/>
          <p:nvPr>
            <p:ph idx="33" type="body"/>
          </p:nvPr>
        </p:nvSpPr>
        <p:spPr>
          <a:xfrm>
            <a:off x="73410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1">
  <p:cSld name="CUSTOM_7_1_1_1_1_1_1_1_1_1_1_1_1_1_1_1_1_7">
    <p:spTree>
      <p:nvGrpSpPr>
        <p:cNvPr id="347" name="Shape 347"/>
        <p:cNvGrpSpPr/>
        <p:nvPr/>
      </p:nvGrpSpPr>
      <p:grpSpPr>
        <a:xfrm>
          <a:off x="0" y="0"/>
          <a:ext cx="0" cy="0"/>
          <a:chOff x="0" y="0"/>
          <a:chExt cx="0" cy="0"/>
        </a:xfrm>
      </p:grpSpPr>
      <p:sp>
        <p:nvSpPr>
          <p:cNvPr id="348" name="Google Shape;348;p1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9" name="Google Shape;349;p17"/>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cxnSp>
        <p:nvCxnSpPr>
          <p:cNvPr id="350" name="Google Shape;350;p17"/>
          <p:cNvCxnSpPr/>
          <p:nvPr/>
        </p:nvCxnSpPr>
        <p:spPr>
          <a:xfrm rot="10800000">
            <a:off x="1721971"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1" name="Google Shape;351;p17"/>
          <p:cNvCxnSpPr/>
          <p:nvPr/>
        </p:nvCxnSpPr>
        <p:spPr>
          <a:xfrm rot="10800000">
            <a:off x="3185875" y="1321065"/>
            <a:ext cx="0" cy="3222900"/>
          </a:xfrm>
          <a:prstGeom prst="straightConnector1">
            <a:avLst/>
          </a:prstGeom>
          <a:noFill/>
          <a:ln cap="flat" cmpd="sng" w="9525">
            <a:solidFill>
              <a:schemeClr val="dk1"/>
            </a:solidFill>
            <a:prstDash val="dot"/>
            <a:round/>
            <a:headEnd len="sm" w="sm" type="none"/>
            <a:tailEnd len="sm" w="sm" type="none"/>
          </a:ln>
        </p:spPr>
      </p:cxnSp>
      <p:cxnSp>
        <p:nvCxnSpPr>
          <p:cNvPr id="352" name="Google Shape;352;p17"/>
          <p:cNvCxnSpPr/>
          <p:nvPr/>
        </p:nvCxnSpPr>
        <p:spPr>
          <a:xfrm rot="10800000">
            <a:off x="4620526"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3" name="Google Shape;353;p17"/>
          <p:cNvCxnSpPr/>
          <p:nvPr/>
        </p:nvCxnSpPr>
        <p:spPr>
          <a:xfrm rot="10800000">
            <a:off x="6053808"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4" name="Google Shape;354;p17"/>
          <p:cNvCxnSpPr/>
          <p:nvPr/>
        </p:nvCxnSpPr>
        <p:spPr>
          <a:xfrm rot="10800000">
            <a:off x="7487809" y="1321073"/>
            <a:ext cx="0" cy="3222900"/>
          </a:xfrm>
          <a:prstGeom prst="straightConnector1">
            <a:avLst/>
          </a:prstGeom>
          <a:noFill/>
          <a:ln cap="flat" cmpd="sng" w="9525">
            <a:solidFill>
              <a:schemeClr val="dk1"/>
            </a:solidFill>
            <a:prstDash val="dot"/>
            <a:round/>
            <a:headEnd len="sm" w="sm" type="none"/>
            <a:tailEnd len="sm" w="sm" type="none"/>
          </a:ln>
        </p:spPr>
      </p:cxnSp>
      <p:cxnSp>
        <p:nvCxnSpPr>
          <p:cNvPr id="355" name="Google Shape;355;p17"/>
          <p:cNvCxnSpPr/>
          <p:nvPr/>
        </p:nvCxnSpPr>
        <p:spPr>
          <a:xfrm rot="10800000">
            <a:off x="997162" y="4125842"/>
            <a:ext cx="7531800" cy="0"/>
          </a:xfrm>
          <a:prstGeom prst="straightConnector1">
            <a:avLst/>
          </a:prstGeom>
          <a:noFill/>
          <a:ln cap="flat" cmpd="sng" w="9525">
            <a:solidFill>
              <a:schemeClr val="dk1"/>
            </a:solidFill>
            <a:prstDash val="dot"/>
            <a:round/>
            <a:headEnd len="sm" w="sm" type="none"/>
            <a:tailEnd len="sm" w="sm" type="none"/>
          </a:ln>
        </p:spPr>
      </p:cxnSp>
      <p:cxnSp>
        <p:nvCxnSpPr>
          <p:cNvPr id="356" name="Google Shape;356;p17"/>
          <p:cNvCxnSpPr/>
          <p:nvPr/>
        </p:nvCxnSpPr>
        <p:spPr>
          <a:xfrm rot="10800000">
            <a:off x="997162" y="3532492"/>
            <a:ext cx="7531800" cy="0"/>
          </a:xfrm>
          <a:prstGeom prst="straightConnector1">
            <a:avLst/>
          </a:prstGeom>
          <a:noFill/>
          <a:ln cap="flat" cmpd="sng" w="9525">
            <a:solidFill>
              <a:schemeClr val="dk1"/>
            </a:solidFill>
            <a:prstDash val="dot"/>
            <a:round/>
            <a:headEnd len="sm" w="sm" type="none"/>
            <a:tailEnd len="sm" w="sm" type="none"/>
          </a:ln>
        </p:spPr>
      </p:cxnSp>
      <p:cxnSp>
        <p:nvCxnSpPr>
          <p:cNvPr id="357" name="Google Shape;357;p17"/>
          <p:cNvCxnSpPr/>
          <p:nvPr/>
        </p:nvCxnSpPr>
        <p:spPr>
          <a:xfrm rot="10800000">
            <a:off x="997162" y="2933172"/>
            <a:ext cx="7531800" cy="0"/>
          </a:xfrm>
          <a:prstGeom prst="straightConnector1">
            <a:avLst/>
          </a:prstGeom>
          <a:noFill/>
          <a:ln cap="flat" cmpd="sng" w="9525">
            <a:solidFill>
              <a:schemeClr val="dk1"/>
            </a:solidFill>
            <a:prstDash val="dot"/>
            <a:round/>
            <a:headEnd len="sm" w="sm" type="none"/>
            <a:tailEnd len="sm" w="sm" type="none"/>
          </a:ln>
        </p:spPr>
      </p:cxnSp>
      <p:cxnSp>
        <p:nvCxnSpPr>
          <p:cNvPr id="358" name="Google Shape;358;p17"/>
          <p:cNvCxnSpPr/>
          <p:nvPr/>
        </p:nvCxnSpPr>
        <p:spPr>
          <a:xfrm rot="10800000">
            <a:off x="997162" y="2335841"/>
            <a:ext cx="7531800" cy="0"/>
          </a:xfrm>
          <a:prstGeom prst="straightConnector1">
            <a:avLst/>
          </a:prstGeom>
          <a:noFill/>
          <a:ln cap="flat" cmpd="sng" w="9525">
            <a:solidFill>
              <a:schemeClr val="dk1"/>
            </a:solidFill>
            <a:prstDash val="dot"/>
            <a:round/>
            <a:headEnd len="sm" w="sm" type="none"/>
            <a:tailEnd len="sm" w="sm" type="none"/>
          </a:ln>
        </p:spPr>
      </p:cxnSp>
      <p:cxnSp>
        <p:nvCxnSpPr>
          <p:cNvPr id="359" name="Google Shape;359;p17"/>
          <p:cNvCxnSpPr/>
          <p:nvPr/>
        </p:nvCxnSpPr>
        <p:spPr>
          <a:xfrm rot="10800000">
            <a:off x="997162" y="1737130"/>
            <a:ext cx="7531800" cy="0"/>
          </a:xfrm>
          <a:prstGeom prst="straightConnector1">
            <a:avLst/>
          </a:prstGeom>
          <a:noFill/>
          <a:ln cap="flat" cmpd="sng" w="9525">
            <a:solidFill>
              <a:schemeClr val="dk1"/>
            </a:solidFill>
            <a:prstDash val="dot"/>
            <a:round/>
            <a:headEnd len="sm" w="sm" type="none"/>
            <a:tailEnd len="sm" w="sm" type="none"/>
          </a:ln>
        </p:spPr>
      </p:cxnSp>
      <p:cxnSp>
        <p:nvCxnSpPr>
          <p:cNvPr id="360" name="Google Shape;360;p17"/>
          <p:cNvCxnSpPr/>
          <p:nvPr/>
        </p:nvCxnSpPr>
        <p:spPr>
          <a:xfrm rot="10800000">
            <a:off x="997686" y="4545103"/>
            <a:ext cx="7531800" cy="0"/>
          </a:xfrm>
          <a:prstGeom prst="straightConnector1">
            <a:avLst/>
          </a:prstGeom>
          <a:noFill/>
          <a:ln cap="flat" cmpd="sng" w="9525">
            <a:solidFill>
              <a:schemeClr val="dk1"/>
            </a:solidFill>
            <a:prstDash val="solid"/>
            <a:round/>
            <a:headEnd len="sm" w="sm" type="none"/>
            <a:tailEnd len="sm" w="sm" type="none"/>
          </a:ln>
        </p:spPr>
      </p:cxnSp>
      <p:cxnSp>
        <p:nvCxnSpPr>
          <p:cNvPr id="361" name="Google Shape;361;p17"/>
          <p:cNvCxnSpPr/>
          <p:nvPr/>
        </p:nvCxnSpPr>
        <p:spPr>
          <a:xfrm rot="10800000">
            <a:off x="997311" y="1316605"/>
            <a:ext cx="0" cy="3234000"/>
          </a:xfrm>
          <a:prstGeom prst="straightConnector1">
            <a:avLst/>
          </a:prstGeom>
          <a:noFill/>
          <a:ln cap="flat" cmpd="sng" w="9525">
            <a:solidFill>
              <a:schemeClr val="dk1"/>
            </a:solidFill>
            <a:prstDash val="solid"/>
            <a:round/>
            <a:headEnd len="sm" w="sm" type="none"/>
            <a:tailEnd len="sm" w="sm" type="none"/>
          </a:ln>
        </p:spPr>
      </p:cxnSp>
      <p:sp>
        <p:nvSpPr>
          <p:cNvPr id="362" name="Google Shape;362;p17"/>
          <p:cNvSpPr txBox="1"/>
          <p:nvPr>
            <p:ph idx="2" type="subTitle"/>
          </p:nvPr>
        </p:nvSpPr>
        <p:spPr>
          <a:xfrm>
            <a:off x="1730075"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3" name="Google Shape;363;p17"/>
          <p:cNvSpPr txBox="1"/>
          <p:nvPr>
            <p:ph idx="3" type="subTitle"/>
          </p:nvPr>
        </p:nvSpPr>
        <p:spPr>
          <a:xfrm>
            <a:off x="3165294"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4" name="Google Shape;364;p17"/>
          <p:cNvSpPr txBox="1"/>
          <p:nvPr>
            <p:ph idx="4" type="subTitle"/>
          </p:nvPr>
        </p:nvSpPr>
        <p:spPr>
          <a:xfrm>
            <a:off x="461146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5" name="Google Shape;365;p17"/>
          <p:cNvSpPr txBox="1"/>
          <p:nvPr>
            <p:ph idx="5" type="subTitle"/>
          </p:nvPr>
        </p:nvSpPr>
        <p:spPr>
          <a:xfrm>
            <a:off x="749042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6" name="Google Shape;366;p17"/>
          <p:cNvSpPr txBox="1"/>
          <p:nvPr>
            <p:ph idx="6" type="subTitle"/>
          </p:nvPr>
        </p:nvSpPr>
        <p:spPr>
          <a:xfrm>
            <a:off x="6052173"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7" name="Google Shape;367;p17"/>
          <p:cNvSpPr txBox="1"/>
          <p:nvPr>
            <p:ph idx="7" type="subTitle"/>
          </p:nvPr>
        </p:nvSpPr>
        <p:spPr>
          <a:xfrm>
            <a:off x="286936" y="3435204"/>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8" name="Google Shape;368;p17"/>
          <p:cNvSpPr txBox="1"/>
          <p:nvPr>
            <p:ph idx="8" type="subTitle"/>
          </p:nvPr>
        </p:nvSpPr>
        <p:spPr>
          <a:xfrm>
            <a:off x="286936" y="4047421"/>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9" name="Google Shape;369;p17"/>
          <p:cNvSpPr txBox="1"/>
          <p:nvPr>
            <p:ph idx="9" type="subTitle"/>
          </p:nvPr>
        </p:nvSpPr>
        <p:spPr>
          <a:xfrm>
            <a:off x="286936" y="2240202"/>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0" name="Google Shape;370;p17"/>
          <p:cNvSpPr txBox="1"/>
          <p:nvPr>
            <p:ph idx="13" type="subTitle"/>
          </p:nvPr>
        </p:nvSpPr>
        <p:spPr>
          <a:xfrm>
            <a:off x="286936" y="2859829"/>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1" name="Google Shape;371;p17"/>
          <p:cNvSpPr txBox="1"/>
          <p:nvPr>
            <p:ph idx="14" type="subTitle"/>
          </p:nvPr>
        </p:nvSpPr>
        <p:spPr>
          <a:xfrm>
            <a:off x="286936" y="1641475"/>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2">
  <p:cSld name="CUSTOM_7_1_1_1_1_1_1_1_1_1_1_1_1_1_1_1_1_8">
    <p:bg>
      <p:bgPr>
        <a:solidFill>
          <a:schemeClr val="dk2"/>
        </a:solidFill>
      </p:bgPr>
    </p:bg>
    <p:spTree>
      <p:nvGrpSpPr>
        <p:cNvPr id="372" name="Shape 372"/>
        <p:cNvGrpSpPr/>
        <p:nvPr/>
      </p:nvGrpSpPr>
      <p:grpSpPr>
        <a:xfrm>
          <a:off x="0" y="0"/>
          <a:ext cx="0" cy="0"/>
          <a:chOff x="0" y="0"/>
          <a:chExt cx="0" cy="0"/>
        </a:xfrm>
      </p:grpSpPr>
      <p:sp>
        <p:nvSpPr>
          <p:cNvPr id="373" name="Google Shape;373;p18"/>
          <p:cNvSpPr txBox="1"/>
          <p:nvPr>
            <p:ph idx="1" type="body"/>
          </p:nvPr>
        </p:nvSpPr>
        <p:spPr>
          <a:xfrm>
            <a:off x="68326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18"/>
          <p:cNvSpPr txBox="1"/>
          <p:nvPr>
            <p:ph idx="2" type="body"/>
          </p:nvPr>
        </p:nvSpPr>
        <p:spPr>
          <a:xfrm>
            <a:off x="46195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5" name="Google Shape;375;p18"/>
          <p:cNvSpPr txBox="1"/>
          <p:nvPr>
            <p:ph idx="3" type="body"/>
          </p:nvPr>
        </p:nvSpPr>
        <p:spPr>
          <a:xfrm>
            <a:off x="24065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6" name="Google Shape;376;p18"/>
          <p:cNvSpPr txBox="1"/>
          <p:nvPr>
            <p:ph idx="4" type="body"/>
          </p:nvPr>
        </p:nvSpPr>
        <p:spPr>
          <a:xfrm>
            <a:off x="1934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7" name="Google Shape;377;p18"/>
          <p:cNvSpPr txBox="1"/>
          <p:nvPr>
            <p:ph idx="5" type="body"/>
          </p:nvPr>
        </p:nvSpPr>
        <p:spPr>
          <a:xfrm>
            <a:off x="68313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18"/>
          <p:cNvSpPr txBox="1"/>
          <p:nvPr>
            <p:ph idx="6" type="body"/>
          </p:nvPr>
        </p:nvSpPr>
        <p:spPr>
          <a:xfrm>
            <a:off x="46183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18"/>
          <p:cNvSpPr txBox="1"/>
          <p:nvPr>
            <p:ph idx="7" type="body"/>
          </p:nvPr>
        </p:nvSpPr>
        <p:spPr>
          <a:xfrm>
            <a:off x="24052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18"/>
          <p:cNvSpPr txBox="1"/>
          <p:nvPr>
            <p:ph idx="8" type="body"/>
          </p:nvPr>
        </p:nvSpPr>
        <p:spPr>
          <a:xfrm>
            <a:off x="1922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1" name="Google Shape;381;p18"/>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82" name="Google Shape;382;p18"/>
          <p:cNvSpPr txBox="1"/>
          <p:nvPr>
            <p:ph idx="9"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83" name="Google Shape;383;p18"/>
          <p:cNvSpPr txBox="1"/>
          <p:nvPr>
            <p:ph idx="13" type="title"/>
          </p:nvPr>
        </p:nvSpPr>
        <p:spPr>
          <a:xfrm>
            <a:off x="6996850"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4" name="Google Shape;384;p18"/>
          <p:cNvSpPr txBox="1"/>
          <p:nvPr>
            <p:ph idx="14" type="title"/>
          </p:nvPr>
        </p:nvSpPr>
        <p:spPr>
          <a:xfrm>
            <a:off x="4783238"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5" name="Google Shape;385;p18"/>
          <p:cNvSpPr txBox="1"/>
          <p:nvPr>
            <p:ph idx="15" type="title"/>
          </p:nvPr>
        </p:nvSpPr>
        <p:spPr>
          <a:xfrm>
            <a:off x="2546913"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6" name="Google Shape;386;p18"/>
          <p:cNvSpPr txBox="1"/>
          <p:nvPr>
            <p:ph idx="16" type="title"/>
          </p:nvPr>
        </p:nvSpPr>
        <p:spPr>
          <a:xfrm>
            <a:off x="355638" y="136576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7" name="Google Shape;387;p18"/>
          <p:cNvSpPr txBox="1"/>
          <p:nvPr>
            <p:ph idx="17" type="title"/>
          </p:nvPr>
        </p:nvSpPr>
        <p:spPr>
          <a:xfrm>
            <a:off x="7002200"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8" name="Google Shape;388;p18"/>
          <p:cNvSpPr txBox="1"/>
          <p:nvPr>
            <p:ph idx="18" type="title"/>
          </p:nvPr>
        </p:nvSpPr>
        <p:spPr>
          <a:xfrm>
            <a:off x="4788588"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9" name="Google Shape;389;p18"/>
          <p:cNvSpPr txBox="1"/>
          <p:nvPr>
            <p:ph idx="19" type="title"/>
          </p:nvPr>
        </p:nvSpPr>
        <p:spPr>
          <a:xfrm>
            <a:off x="2552263"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90" name="Google Shape;390;p18"/>
          <p:cNvSpPr txBox="1"/>
          <p:nvPr>
            <p:ph idx="20" type="title"/>
          </p:nvPr>
        </p:nvSpPr>
        <p:spPr>
          <a:xfrm>
            <a:off x="360988" y="316431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3">
  <p:cSld name="CUSTOM_7_1_1_1_1_1_1_1_1_1_1_1_1_1_1_1_1_7_1">
    <p:spTree>
      <p:nvGrpSpPr>
        <p:cNvPr id="391" name="Shape 391"/>
        <p:cNvGrpSpPr/>
        <p:nvPr/>
      </p:nvGrpSpPr>
      <p:grpSpPr>
        <a:xfrm>
          <a:off x="0" y="0"/>
          <a:ext cx="0" cy="0"/>
          <a:chOff x="0" y="0"/>
          <a:chExt cx="0" cy="0"/>
        </a:xfrm>
      </p:grpSpPr>
      <p:sp>
        <p:nvSpPr>
          <p:cNvPr id="392" name="Google Shape;392;p1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93" name="Google Shape;393;p19"/>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94" name="Google Shape;394;p19"/>
          <p:cNvSpPr txBox="1"/>
          <p:nvPr>
            <p:ph idx="2" type="subTitle"/>
          </p:nvPr>
        </p:nvSpPr>
        <p:spPr>
          <a:xfrm>
            <a:off x="193100" y="37800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19"/>
          <p:cNvSpPr txBox="1"/>
          <p:nvPr>
            <p:ph idx="3" type="subTitle"/>
          </p:nvPr>
        </p:nvSpPr>
        <p:spPr>
          <a:xfrm>
            <a:off x="1852425" y="40676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6" name="Google Shape;396;p19"/>
          <p:cNvSpPr txBox="1"/>
          <p:nvPr>
            <p:ph idx="4" type="subTitle"/>
          </p:nvPr>
        </p:nvSpPr>
        <p:spPr>
          <a:xfrm>
            <a:off x="193100" y="2519863"/>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19"/>
          <p:cNvSpPr txBox="1"/>
          <p:nvPr>
            <p:ph idx="5" type="subTitle"/>
          </p:nvPr>
        </p:nvSpPr>
        <p:spPr>
          <a:xfrm>
            <a:off x="1852425" y="2807463"/>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8" name="Google Shape;398;p19"/>
          <p:cNvSpPr txBox="1"/>
          <p:nvPr>
            <p:ph idx="6" type="subTitle"/>
          </p:nvPr>
        </p:nvSpPr>
        <p:spPr>
          <a:xfrm>
            <a:off x="219077" y="12597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19"/>
          <p:cNvSpPr txBox="1"/>
          <p:nvPr>
            <p:ph idx="7" type="subTitle"/>
          </p:nvPr>
        </p:nvSpPr>
        <p:spPr>
          <a:xfrm>
            <a:off x="1852425" y="15473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00" name="Google Shape;400;p19"/>
          <p:cNvSpPr txBox="1"/>
          <p:nvPr>
            <p:ph idx="8" type="body"/>
          </p:nvPr>
        </p:nvSpPr>
        <p:spPr>
          <a:xfrm>
            <a:off x="189973" y="46654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1" name="Google Shape;401;p19"/>
          <p:cNvSpPr txBox="1"/>
          <p:nvPr>
            <p:ph idx="9" type="body"/>
          </p:nvPr>
        </p:nvSpPr>
        <p:spPr>
          <a:xfrm>
            <a:off x="189973" y="3405288"/>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19"/>
          <p:cNvSpPr txBox="1"/>
          <p:nvPr>
            <p:ph idx="13" type="body"/>
          </p:nvPr>
        </p:nvSpPr>
        <p:spPr>
          <a:xfrm>
            <a:off x="199273" y="21451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4">
  <p:cSld name="CUSTOM_7_1_1_1_1_1_1_1_1_1_1_1_1_1_1_1_1_7_2">
    <p:spTree>
      <p:nvGrpSpPr>
        <p:cNvPr id="403" name="Shape 403"/>
        <p:cNvGrpSpPr/>
        <p:nvPr/>
      </p:nvGrpSpPr>
      <p:grpSpPr>
        <a:xfrm>
          <a:off x="0" y="0"/>
          <a:ext cx="0" cy="0"/>
          <a:chOff x="0" y="0"/>
          <a:chExt cx="0" cy="0"/>
        </a:xfrm>
      </p:grpSpPr>
      <p:sp>
        <p:nvSpPr>
          <p:cNvPr id="404" name="Google Shape;404;p2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05" name="Google Shape;405;p20"/>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06" name="Google Shape;406;p20"/>
          <p:cNvSpPr txBox="1"/>
          <p:nvPr>
            <p:ph idx="2" type="subTitle"/>
          </p:nvPr>
        </p:nvSpPr>
        <p:spPr>
          <a:xfrm>
            <a:off x="189375" y="42642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20"/>
          <p:cNvSpPr txBox="1"/>
          <p:nvPr>
            <p:ph idx="3" type="subTitle"/>
          </p:nvPr>
        </p:nvSpPr>
        <p:spPr>
          <a:xfrm>
            <a:off x="190425" y="36933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8" name="Google Shape;408;p20"/>
          <p:cNvSpPr txBox="1"/>
          <p:nvPr>
            <p:ph idx="4" type="subTitle"/>
          </p:nvPr>
        </p:nvSpPr>
        <p:spPr>
          <a:xfrm>
            <a:off x="190425" y="31180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9" name="Google Shape;409;p20"/>
          <p:cNvSpPr txBox="1"/>
          <p:nvPr>
            <p:ph idx="5" type="subTitle"/>
          </p:nvPr>
        </p:nvSpPr>
        <p:spPr>
          <a:xfrm>
            <a:off x="191475" y="25471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0" name="Google Shape;410;p20"/>
          <p:cNvSpPr txBox="1"/>
          <p:nvPr>
            <p:ph idx="6" type="subTitle"/>
          </p:nvPr>
        </p:nvSpPr>
        <p:spPr>
          <a:xfrm>
            <a:off x="190950" y="19717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1" name="Google Shape;411;p20"/>
          <p:cNvSpPr txBox="1"/>
          <p:nvPr>
            <p:ph idx="7" type="subTitle"/>
          </p:nvPr>
        </p:nvSpPr>
        <p:spPr>
          <a:xfrm>
            <a:off x="192000" y="14008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2" name="Google Shape;412;p20"/>
          <p:cNvSpPr txBox="1"/>
          <p:nvPr>
            <p:ph idx="8" type="subTitle"/>
          </p:nvPr>
        </p:nvSpPr>
        <p:spPr>
          <a:xfrm>
            <a:off x="1967073" y="25501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3" name="Google Shape;413;p20"/>
          <p:cNvSpPr txBox="1"/>
          <p:nvPr>
            <p:ph idx="9" type="subTitle"/>
          </p:nvPr>
        </p:nvSpPr>
        <p:spPr>
          <a:xfrm>
            <a:off x="1967073" y="14008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4" name="Google Shape;414;p20"/>
          <p:cNvSpPr txBox="1"/>
          <p:nvPr>
            <p:ph idx="13" type="subTitle"/>
          </p:nvPr>
        </p:nvSpPr>
        <p:spPr>
          <a:xfrm>
            <a:off x="1967073" y="19717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5" name="Google Shape;415;p20"/>
          <p:cNvSpPr txBox="1"/>
          <p:nvPr>
            <p:ph idx="14" type="subTitle"/>
          </p:nvPr>
        </p:nvSpPr>
        <p:spPr>
          <a:xfrm>
            <a:off x="1967073" y="31210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6" name="Google Shape;416;p20"/>
          <p:cNvSpPr txBox="1"/>
          <p:nvPr>
            <p:ph idx="15" type="subTitle"/>
          </p:nvPr>
        </p:nvSpPr>
        <p:spPr>
          <a:xfrm>
            <a:off x="1967073" y="42628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7" name="Google Shape;417;p20"/>
          <p:cNvSpPr txBox="1"/>
          <p:nvPr>
            <p:ph idx="16" type="subTitle"/>
          </p:nvPr>
        </p:nvSpPr>
        <p:spPr>
          <a:xfrm>
            <a:off x="1967073" y="36919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8" name="Google Shape;418;p20"/>
          <p:cNvSpPr txBox="1"/>
          <p:nvPr>
            <p:ph idx="17" type="body"/>
          </p:nvPr>
        </p:nvSpPr>
        <p:spPr>
          <a:xfrm>
            <a:off x="3741773" y="19732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9" name="Google Shape;419;p20"/>
          <p:cNvSpPr txBox="1"/>
          <p:nvPr>
            <p:ph idx="18" type="body"/>
          </p:nvPr>
        </p:nvSpPr>
        <p:spPr>
          <a:xfrm>
            <a:off x="3741773" y="25515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0" name="Google Shape;420;p20"/>
          <p:cNvSpPr txBox="1"/>
          <p:nvPr>
            <p:ph idx="19" type="body"/>
          </p:nvPr>
        </p:nvSpPr>
        <p:spPr>
          <a:xfrm>
            <a:off x="3741773" y="31224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1" name="Google Shape;421;p20"/>
          <p:cNvSpPr txBox="1"/>
          <p:nvPr>
            <p:ph idx="20" type="body"/>
          </p:nvPr>
        </p:nvSpPr>
        <p:spPr>
          <a:xfrm>
            <a:off x="3741773" y="36933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2" name="Google Shape;422;p20"/>
          <p:cNvSpPr txBox="1"/>
          <p:nvPr>
            <p:ph idx="21" type="body"/>
          </p:nvPr>
        </p:nvSpPr>
        <p:spPr>
          <a:xfrm>
            <a:off x="3741773" y="42642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3" name="Google Shape;423;p20"/>
          <p:cNvSpPr txBox="1"/>
          <p:nvPr>
            <p:ph idx="22" type="body"/>
          </p:nvPr>
        </p:nvSpPr>
        <p:spPr>
          <a:xfrm>
            <a:off x="3741773" y="14023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1">
    <p:spTree>
      <p:nvGrpSpPr>
        <p:cNvPr id="424" name="Shape 424"/>
        <p:cNvGrpSpPr/>
        <p:nvPr/>
      </p:nvGrpSpPr>
      <p:grpSpPr>
        <a:xfrm>
          <a:off x="0" y="0"/>
          <a:ext cx="0" cy="0"/>
          <a:chOff x="0" y="0"/>
          <a:chExt cx="0" cy="0"/>
        </a:xfrm>
      </p:grpSpPr>
      <p:sp>
        <p:nvSpPr>
          <p:cNvPr id="425" name="Google Shape;425;p21"/>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26" name="Google Shape;426;p21"/>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7" name="Google Shape;427;p21"/>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8" name="Google Shape;428;p21"/>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9" name="Google Shape;429;p21"/>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30" name="Google Shape;430;p21"/>
          <p:cNvSpPr txBox="1"/>
          <p:nvPr>
            <p:ph idx="4" type="subTitle"/>
          </p:nvPr>
        </p:nvSpPr>
        <p:spPr>
          <a:xfrm>
            <a:off x="1759000" y="30177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21"/>
          <p:cNvSpPr txBox="1"/>
          <p:nvPr>
            <p:ph idx="5" type="subTitle"/>
          </p:nvPr>
        </p:nvSpPr>
        <p:spPr>
          <a:xfrm>
            <a:off x="1758250" y="16637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21"/>
          <p:cNvSpPr txBox="1"/>
          <p:nvPr>
            <p:ph idx="6" type="subTitle"/>
          </p:nvPr>
        </p:nvSpPr>
        <p:spPr>
          <a:xfrm>
            <a:off x="1758250" y="23406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21"/>
          <p:cNvSpPr txBox="1"/>
          <p:nvPr>
            <p:ph idx="7" type="subTitle"/>
          </p:nvPr>
        </p:nvSpPr>
        <p:spPr>
          <a:xfrm>
            <a:off x="1758250" y="36948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21"/>
          <p:cNvSpPr txBox="1"/>
          <p:nvPr>
            <p:ph idx="8" type="subTitle"/>
          </p:nvPr>
        </p:nvSpPr>
        <p:spPr>
          <a:xfrm>
            <a:off x="1758250" y="43670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21"/>
          <p:cNvSpPr txBox="1"/>
          <p:nvPr>
            <p:ph idx="9" type="subTitle"/>
          </p:nvPr>
        </p:nvSpPr>
        <p:spPr>
          <a:xfrm>
            <a:off x="228148" y="30199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6" name="Google Shape;436;p21"/>
          <p:cNvSpPr txBox="1"/>
          <p:nvPr>
            <p:ph idx="13" type="subTitle"/>
          </p:nvPr>
        </p:nvSpPr>
        <p:spPr>
          <a:xfrm>
            <a:off x="228148" y="16660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7" name="Google Shape;437;p21"/>
          <p:cNvSpPr txBox="1"/>
          <p:nvPr>
            <p:ph idx="14" type="subTitle"/>
          </p:nvPr>
        </p:nvSpPr>
        <p:spPr>
          <a:xfrm>
            <a:off x="228148" y="23428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8" name="Google Shape;438;p21"/>
          <p:cNvSpPr txBox="1"/>
          <p:nvPr>
            <p:ph idx="15" type="subTitle"/>
          </p:nvPr>
        </p:nvSpPr>
        <p:spPr>
          <a:xfrm>
            <a:off x="228148" y="36970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9" name="Google Shape;439;p21"/>
          <p:cNvSpPr txBox="1"/>
          <p:nvPr>
            <p:ph idx="16" type="subTitle"/>
          </p:nvPr>
        </p:nvSpPr>
        <p:spPr>
          <a:xfrm>
            <a:off x="228148" y="43693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0" name="Google Shape;440;p21"/>
          <p:cNvSpPr txBox="1"/>
          <p:nvPr>
            <p:ph idx="17" type="title"/>
          </p:nvPr>
        </p:nvSpPr>
        <p:spPr>
          <a:xfrm>
            <a:off x="596525" y="753331"/>
            <a:ext cx="7062000" cy="9105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1" name="Google Shape;441;p21"/>
          <p:cNvSpPr txBox="1"/>
          <p:nvPr>
            <p:ph idx="18" type="body"/>
          </p:nvPr>
        </p:nvSpPr>
        <p:spPr>
          <a:xfrm>
            <a:off x="4571300" y="43670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2" name="Google Shape;442;p21"/>
          <p:cNvSpPr txBox="1"/>
          <p:nvPr>
            <p:ph idx="19" type="body"/>
          </p:nvPr>
        </p:nvSpPr>
        <p:spPr>
          <a:xfrm>
            <a:off x="4571300" y="36948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3" name="Google Shape;443;p21"/>
          <p:cNvSpPr txBox="1"/>
          <p:nvPr>
            <p:ph idx="20" type="body"/>
          </p:nvPr>
        </p:nvSpPr>
        <p:spPr>
          <a:xfrm>
            <a:off x="4571300" y="30177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4" name="Google Shape;444;p21"/>
          <p:cNvSpPr txBox="1"/>
          <p:nvPr>
            <p:ph idx="21" type="body"/>
          </p:nvPr>
        </p:nvSpPr>
        <p:spPr>
          <a:xfrm>
            <a:off x="4571300" y="23406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5" name="Google Shape;445;p21"/>
          <p:cNvSpPr txBox="1"/>
          <p:nvPr>
            <p:ph idx="22" type="body"/>
          </p:nvPr>
        </p:nvSpPr>
        <p:spPr>
          <a:xfrm>
            <a:off x="4571300" y="16637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3">
  <p:cSld name="CUSTOM_1_1_1_1_1">
    <p:spTree>
      <p:nvGrpSpPr>
        <p:cNvPr id="446" name="Shape 446"/>
        <p:cNvGrpSpPr/>
        <p:nvPr/>
      </p:nvGrpSpPr>
      <p:grpSpPr>
        <a:xfrm>
          <a:off x="0" y="0"/>
          <a:ext cx="0" cy="0"/>
          <a:chOff x="0" y="0"/>
          <a:chExt cx="0" cy="0"/>
        </a:xfrm>
      </p:grpSpPr>
      <p:sp>
        <p:nvSpPr>
          <p:cNvPr id="447" name="Google Shape;447;p22"/>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8" name="Google Shape;448;p22"/>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9" name="Google Shape;449;p22"/>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50" name="Google Shape;450;p22"/>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1" name="Google Shape;451;p22"/>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grpSp>
        <p:nvGrpSpPr>
          <p:cNvPr id="452" name="Google Shape;452;p22"/>
          <p:cNvGrpSpPr/>
          <p:nvPr/>
        </p:nvGrpSpPr>
        <p:grpSpPr>
          <a:xfrm>
            <a:off x="-2450" y="131788"/>
            <a:ext cx="9144000" cy="5011712"/>
            <a:chOff x="-2450" y="131788"/>
            <a:chExt cx="9144000" cy="5011712"/>
          </a:xfrm>
        </p:grpSpPr>
        <p:sp>
          <p:nvSpPr>
            <p:cNvPr id="453" name="Google Shape;453;p22"/>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54" name="Google Shape;454;p22"/>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455" name="Google Shape;455;p22"/>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6" name="Google Shape;456;p22"/>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57" name="Google Shape;457;p22"/>
          <p:cNvSpPr txBox="1"/>
          <p:nvPr>
            <p:ph idx="4" type="subTitle"/>
          </p:nvPr>
        </p:nvSpPr>
        <p:spPr>
          <a:xfrm>
            <a:off x="229085" y="1666050"/>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8" name="Google Shape;458;p22"/>
          <p:cNvSpPr txBox="1"/>
          <p:nvPr>
            <p:ph idx="5" type="subTitle"/>
          </p:nvPr>
        </p:nvSpPr>
        <p:spPr>
          <a:xfrm>
            <a:off x="229085" y="2341863"/>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9" name="Google Shape;459;p22"/>
          <p:cNvSpPr txBox="1"/>
          <p:nvPr>
            <p:ph idx="6" type="subTitle"/>
          </p:nvPr>
        </p:nvSpPr>
        <p:spPr>
          <a:xfrm>
            <a:off x="229085" y="3018975"/>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0" name="Google Shape;460;p22"/>
          <p:cNvSpPr txBox="1"/>
          <p:nvPr>
            <p:ph idx="7" type="subTitle"/>
          </p:nvPr>
        </p:nvSpPr>
        <p:spPr>
          <a:xfrm>
            <a:off x="229085" y="36947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1" name="Google Shape;461;p22"/>
          <p:cNvSpPr txBox="1"/>
          <p:nvPr>
            <p:ph idx="8" type="subTitle"/>
          </p:nvPr>
        </p:nvSpPr>
        <p:spPr>
          <a:xfrm>
            <a:off x="229085" y="43718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2" name="Google Shape;462;p22"/>
          <p:cNvSpPr txBox="1"/>
          <p:nvPr>
            <p:ph idx="9" type="title"/>
          </p:nvPr>
        </p:nvSpPr>
        <p:spPr>
          <a:xfrm>
            <a:off x="596525" y="753324"/>
            <a:ext cx="7062000" cy="6834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3" name="Google Shape;463;p22"/>
          <p:cNvSpPr txBox="1"/>
          <p:nvPr>
            <p:ph idx="13" type="subTitle"/>
          </p:nvPr>
        </p:nvSpPr>
        <p:spPr>
          <a:xfrm>
            <a:off x="79169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4" name="Google Shape;464;p22"/>
          <p:cNvSpPr txBox="1"/>
          <p:nvPr>
            <p:ph idx="14" type="subTitle"/>
          </p:nvPr>
        </p:nvSpPr>
        <p:spPr>
          <a:xfrm>
            <a:off x="6689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5" name="Google Shape;465;p22"/>
          <p:cNvSpPr txBox="1"/>
          <p:nvPr>
            <p:ph idx="15" type="subTitle"/>
          </p:nvPr>
        </p:nvSpPr>
        <p:spPr>
          <a:xfrm>
            <a:off x="5462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6" name="Google Shape;466;p22"/>
          <p:cNvSpPr txBox="1"/>
          <p:nvPr>
            <p:ph idx="16" type="subTitle"/>
          </p:nvPr>
        </p:nvSpPr>
        <p:spPr>
          <a:xfrm>
            <a:off x="423583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7" name="Google Shape;467;p22"/>
          <p:cNvSpPr txBox="1"/>
          <p:nvPr>
            <p:ph idx="17" type="subTitle"/>
          </p:nvPr>
        </p:nvSpPr>
        <p:spPr>
          <a:xfrm>
            <a:off x="300801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8" name="Google Shape;468;p22"/>
          <p:cNvSpPr txBox="1"/>
          <p:nvPr>
            <p:ph idx="18" type="subTitle"/>
          </p:nvPr>
        </p:nvSpPr>
        <p:spPr>
          <a:xfrm>
            <a:off x="17816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p:cSld name="CUSTOM_3">
    <p:spTree>
      <p:nvGrpSpPr>
        <p:cNvPr id="469" name="Shape 469"/>
        <p:cNvGrpSpPr/>
        <p:nvPr/>
      </p:nvGrpSpPr>
      <p:grpSpPr>
        <a:xfrm>
          <a:off x="0" y="0"/>
          <a:ext cx="0" cy="0"/>
          <a:chOff x="0" y="0"/>
          <a:chExt cx="0" cy="0"/>
        </a:xfrm>
      </p:grpSpPr>
      <p:sp>
        <p:nvSpPr>
          <p:cNvPr id="470" name="Google Shape;470;p23"/>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1" name="Google Shape;471;p23"/>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2" name="Google Shape;472;p23"/>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3" name="Google Shape;473;p23"/>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4" name="Google Shape;474;p23"/>
          <p:cNvSpPr txBox="1"/>
          <p:nvPr>
            <p:ph idx="3"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USTOM_3_1">
    <p:bg>
      <p:bgPr>
        <a:solidFill>
          <a:schemeClr val="dk2"/>
        </a:solidFill>
      </p:bgPr>
    </p:bg>
    <p:spTree>
      <p:nvGrpSpPr>
        <p:cNvPr id="475" name="Shape 475"/>
        <p:cNvGrpSpPr/>
        <p:nvPr/>
      </p:nvGrpSpPr>
      <p:grpSpPr>
        <a:xfrm>
          <a:off x="0" y="0"/>
          <a:ext cx="0" cy="0"/>
          <a:chOff x="0" y="0"/>
          <a:chExt cx="0" cy="0"/>
        </a:xfrm>
      </p:grpSpPr>
      <p:sp>
        <p:nvSpPr>
          <p:cNvPr id="476" name="Google Shape;476;p24"/>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7" name="Google Shape;477;p24"/>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8" name="Google Shape;478;p24"/>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9" name="Google Shape;479;p24"/>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24"/>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1 1">
  <p:cSld name="CUSTOM_7_1_1_1_1_1_1_1_1_1_1_1_1_1_1_1_1_6_1">
    <p:spTree>
      <p:nvGrpSpPr>
        <p:cNvPr id="481" name="Shape 481"/>
        <p:cNvGrpSpPr/>
        <p:nvPr/>
      </p:nvGrpSpPr>
      <p:grpSpPr>
        <a:xfrm>
          <a:off x="0" y="0"/>
          <a:ext cx="0" cy="0"/>
          <a:chOff x="0" y="0"/>
          <a:chExt cx="0" cy="0"/>
        </a:xfrm>
      </p:grpSpPr>
      <p:sp>
        <p:nvSpPr>
          <p:cNvPr id="482" name="Google Shape;482;p25"/>
          <p:cNvSpPr txBox="1"/>
          <p:nvPr>
            <p:ph type="title"/>
          </p:nvPr>
        </p:nvSpPr>
        <p:spPr>
          <a:xfrm>
            <a:off x="218425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3" name="Google Shape;483;p25"/>
          <p:cNvSpPr txBox="1"/>
          <p:nvPr>
            <p:ph idx="2" type="title"/>
          </p:nvPr>
        </p:nvSpPr>
        <p:spPr>
          <a:xfrm>
            <a:off x="3962263"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4" name="Google Shape;484;p25"/>
          <p:cNvSpPr txBox="1"/>
          <p:nvPr>
            <p:ph idx="3" type="title"/>
          </p:nvPr>
        </p:nvSpPr>
        <p:spPr>
          <a:xfrm>
            <a:off x="406525"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5" name="Google Shape;485;p25"/>
          <p:cNvSpPr txBox="1"/>
          <p:nvPr>
            <p:ph idx="4" type="title"/>
          </p:nvPr>
        </p:nvSpPr>
        <p:spPr>
          <a:xfrm>
            <a:off x="572960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6" name="Google Shape;486;p25"/>
          <p:cNvSpPr txBox="1"/>
          <p:nvPr>
            <p:ph idx="5" type="title"/>
          </p:nvPr>
        </p:nvSpPr>
        <p:spPr>
          <a:xfrm>
            <a:off x="7518138"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7" name="Google Shape;487;p25"/>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8" name="Google Shape;488;p25"/>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9" name="Google Shape;489;p25"/>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0" name="Google Shape;490;p25"/>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1" name="Google Shape;491;p25"/>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2" name="Google Shape;492;p25"/>
          <p:cNvSpPr txBox="1"/>
          <p:nvPr>
            <p:ph idx="14" type="title"/>
          </p:nvPr>
        </p:nvSpPr>
        <p:spPr>
          <a:xfrm>
            <a:off x="73399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3" name="Google Shape;493;p25"/>
          <p:cNvSpPr txBox="1"/>
          <p:nvPr>
            <p:ph idx="15" type="title"/>
          </p:nvPr>
        </p:nvSpPr>
        <p:spPr>
          <a:xfrm>
            <a:off x="37800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4" name="Google Shape;494;p25"/>
          <p:cNvSpPr txBox="1"/>
          <p:nvPr>
            <p:ph idx="16" type="title"/>
          </p:nvPr>
        </p:nvSpPr>
        <p:spPr>
          <a:xfrm>
            <a:off x="55571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5" name="Google Shape;495;p25"/>
          <p:cNvSpPr txBox="1"/>
          <p:nvPr>
            <p:ph idx="17" type="title"/>
          </p:nvPr>
        </p:nvSpPr>
        <p:spPr>
          <a:xfrm>
            <a:off x="2276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6" name="Google Shape;496;p25"/>
          <p:cNvSpPr txBox="1"/>
          <p:nvPr>
            <p:ph idx="18" type="title"/>
          </p:nvPr>
        </p:nvSpPr>
        <p:spPr>
          <a:xfrm>
            <a:off x="20047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7" name="Google Shape;497;p25"/>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98" name="Google Shape;498;p25"/>
          <p:cNvSpPr txBox="1"/>
          <p:nvPr>
            <p:ph idx="19" type="body"/>
          </p:nvPr>
        </p:nvSpPr>
        <p:spPr>
          <a:xfrm>
            <a:off x="223881"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9" name="Google Shape;499;p25"/>
          <p:cNvSpPr txBox="1"/>
          <p:nvPr>
            <p:ph idx="20" type="body"/>
          </p:nvPr>
        </p:nvSpPr>
        <p:spPr>
          <a:xfrm>
            <a:off x="2004019"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0" name="Google Shape;500;p25"/>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1" name="Google Shape;501;p25"/>
          <p:cNvSpPr txBox="1"/>
          <p:nvPr>
            <p:ph idx="22" type="body"/>
          </p:nvPr>
        </p:nvSpPr>
        <p:spPr>
          <a:xfrm>
            <a:off x="55571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2" name="Google Shape;502;p25"/>
          <p:cNvSpPr txBox="1"/>
          <p:nvPr>
            <p:ph idx="23" type="body"/>
          </p:nvPr>
        </p:nvSpPr>
        <p:spPr>
          <a:xfrm>
            <a:off x="73342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3" name="Google Shape;503;p25"/>
          <p:cNvSpPr txBox="1"/>
          <p:nvPr>
            <p:ph idx="24" type="body"/>
          </p:nvPr>
        </p:nvSpPr>
        <p:spPr>
          <a:xfrm>
            <a:off x="226606"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4" name="Google Shape;504;p25"/>
          <p:cNvSpPr txBox="1"/>
          <p:nvPr>
            <p:ph idx="25" type="body"/>
          </p:nvPr>
        </p:nvSpPr>
        <p:spPr>
          <a:xfrm>
            <a:off x="2006744"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5" name="Google Shape;505;p25"/>
          <p:cNvSpPr txBox="1"/>
          <p:nvPr>
            <p:ph idx="26" type="body"/>
          </p:nvPr>
        </p:nvSpPr>
        <p:spPr>
          <a:xfrm>
            <a:off x="37827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6" name="Google Shape;506;p25"/>
          <p:cNvSpPr txBox="1"/>
          <p:nvPr>
            <p:ph idx="27" type="body"/>
          </p:nvPr>
        </p:nvSpPr>
        <p:spPr>
          <a:xfrm>
            <a:off x="55598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7" name="Google Shape;507;p25"/>
          <p:cNvSpPr txBox="1"/>
          <p:nvPr>
            <p:ph idx="28" type="body"/>
          </p:nvPr>
        </p:nvSpPr>
        <p:spPr>
          <a:xfrm>
            <a:off x="7339713"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8" name="Google Shape;508;p25"/>
          <p:cNvSpPr txBox="1"/>
          <p:nvPr>
            <p:ph idx="29" type="body"/>
          </p:nvPr>
        </p:nvSpPr>
        <p:spPr>
          <a:xfrm>
            <a:off x="223519"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9" name="Google Shape;509;p25"/>
          <p:cNvSpPr txBox="1"/>
          <p:nvPr>
            <p:ph idx="30" type="body"/>
          </p:nvPr>
        </p:nvSpPr>
        <p:spPr>
          <a:xfrm>
            <a:off x="200365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0" name="Google Shape;510;p25"/>
          <p:cNvSpPr txBox="1"/>
          <p:nvPr>
            <p:ph idx="31" type="body"/>
          </p:nvPr>
        </p:nvSpPr>
        <p:spPr>
          <a:xfrm>
            <a:off x="3779701"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1" name="Google Shape;511;p25"/>
          <p:cNvSpPr txBox="1"/>
          <p:nvPr>
            <p:ph idx="32" type="body"/>
          </p:nvPr>
        </p:nvSpPr>
        <p:spPr>
          <a:xfrm>
            <a:off x="5556800"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2" name="Google Shape;512;p25"/>
          <p:cNvSpPr txBox="1"/>
          <p:nvPr>
            <p:ph idx="33" type="body"/>
          </p:nvPr>
        </p:nvSpPr>
        <p:spPr>
          <a:xfrm>
            <a:off x="733662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3" name="Shape 513"/>
        <p:cNvGrpSpPr/>
        <p:nvPr/>
      </p:nvGrpSpPr>
      <p:grpSpPr>
        <a:xfrm>
          <a:off x="0" y="0"/>
          <a:ext cx="0" cy="0"/>
          <a:chOff x="0" y="0"/>
          <a:chExt cx="0" cy="0"/>
        </a:xfrm>
      </p:grpSpPr>
      <p:sp>
        <p:nvSpPr>
          <p:cNvPr id="514" name="Google Shape;5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5" name="Google Shape;5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6" name="Shape 516"/>
        <p:cNvGrpSpPr/>
        <p:nvPr/>
      </p:nvGrpSpPr>
      <p:grpSpPr>
        <a:xfrm>
          <a:off x="0" y="0"/>
          <a:ext cx="0" cy="0"/>
          <a:chOff x="0" y="0"/>
          <a:chExt cx="0" cy="0"/>
        </a:xfrm>
      </p:grpSpPr>
      <p:sp>
        <p:nvSpPr>
          <p:cNvPr id="517" name="Google Shape;517;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8" name="Shape 518"/>
        <p:cNvGrpSpPr/>
        <p:nvPr/>
      </p:nvGrpSpPr>
      <p:grpSpPr>
        <a:xfrm>
          <a:off x="0" y="0"/>
          <a:ext cx="0" cy="0"/>
          <a:chOff x="0" y="0"/>
          <a:chExt cx="0" cy="0"/>
        </a:xfrm>
      </p:grpSpPr>
      <p:sp>
        <p:nvSpPr>
          <p:cNvPr id="519" name="Google Shape;5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0" name="Google Shape;5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21" name="Shape 521"/>
        <p:cNvGrpSpPr/>
        <p:nvPr/>
      </p:nvGrpSpPr>
      <p:grpSpPr>
        <a:xfrm>
          <a:off x="0" y="0"/>
          <a:ext cx="0" cy="0"/>
          <a:chOff x="0" y="0"/>
          <a:chExt cx="0" cy="0"/>
        </a:xfrm>
      </p:grpSpPr>
      <p:sp>
        <p:nvSpPr>
          <p:cNvPr id="522" name="Google Shape;522;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3" name="Google Shape;523;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4" name="Google Shape;524;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5" name="Shape 525"/>
        <p:cNvGrpSpPr/>
        <p:nvPr/>
      </p:nvGrpSpPr>
      <p:grpSpPr>
        <a:xfrm>
          <a:off x="0" y="0"/>
          <a:ext cx="0" cy="0"/>
          <a:chOff x="0" y="0"/>
          <a:chExt cx="0" cy="0"/>
        </a:xfrm>
      </p:grpSpPr>
      <p:sp>
        <p:nvSpPr>
          <p:cNvPr id="526" name="Google Shape;52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7" name="Shape 527"/>
        <p:cNvGrpSpPr/>
        <p:nvPr/>
      </p:nvGrpSpPr>
      <p:grpSpPr>
        <a:xfrm>
          <a:off x="0" y="0"/>
          <a:ext cx="0" cy="0"/>
          <a:chOff x="0" y="0"/>
          <a:chExt cx="0" cy="0"/>
        </a:xfrm>
      </p:grpSpPr>
      <p:sp>
        <p:nvSpPr>
          <p:cNvPr id="528" name="Google Shape;528;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9" name="Google Shape;52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0" name="Shape 530"/>
        <p:cNvGrpSpPr/>
        <p:nvPr/>
      </p:nvGrpSpPr>
      <p:grpSpPr>
        <a:xfrm>
          <a:off x="0" y="0"/>
          <a:ext cx="0" cy="0"/>
          <a:chOff x="0" y="0"/>
          <a:chExt cx="0" cy="0"/>
        </a:xfrm>
      </p:grpSpPr>
      <p:sp>
        <p:nvSpPr>
          <p:cNvPr id="531" name="Google Shape;531;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2" name="Shape 532"/>
        <p:cNvGrpSpPr/>
        <p:nvPr/>
      </p:nvGrpSpPr>
      <p:grpSpPr>
        <a:xfrm>
          <a:off x="0" y="0"/>
          <a:ext cx="0" cy="0"/>
          <a:chOff x="0" y="0"/>
          <a:chExt cx="0" cy="0"/>
        </a:xfrm>
      </p:grpSpPr>
      <p:sp>
        <p:nvSpPr>
          <p:cNvPr id="533" name="Google Shape;533;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4" name="Google Shape;534;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5" name="Google Shape;535;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6" name="Shape 536"/>
        <p:cNvGrpSpPr/>
        <p:nvPr/>
      </p:nvGrpSpPr>
      <p:grpSpPr>
        <a:xfrm>
          <a:off x="0" y="0"/>
          <a:ext cx="0" cy="0"/>
          <a:chOff x="0" y="0"/>
          <a:chExt cx="0" cy="0"/>
        </a:xfrm>
      </p:grpSpPr>
      <p:sp>
        <p:nvSpPr>
          <p:cNvPr id="537" name="Google Shape;537;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8" name="Shape 538"/>
        <p:cNvGrpSpPr/>
        <p:nvPr/>
      </p:nvGrpSpPr>
      <p:grpSpPr>
        <a:xfrm>
          <a:off x="0" y="0"/>
          <a:ext cx="0" cy="0"/>
          <a:chOff x="0" y="0"/>
          <a:chExt cx="0" cy="0"/>
        </a:xfrm>
      </p:grpSpPr>
      <p:sp>
        <p:nvSpPr>
          <p:cNvPr id="539" name="Google Shape;53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0" name="Google Shape;54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1" name="Shape 541"/>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2" name="Shape 542"/>
        <p:cNvGrpSpPr/>
        <p:nvPr/>
      </p:nvGrpSpPr>
      <p:grpSpPr>
        <a:xfrm>
          <a:off x="0" y="0"/>
          <a:ext cx="0" cy="0"/>
          <a:chOff x="0" y="0"/>
          <a:chExt cx="0" cy="0"/>
        </a:xfrm>
      </p:grpSpPr>
      <p:sp>
        <p:nvSpPr>
          <p:cNvPr id="543" name="Google Shape;543;p37"/>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44" name="Google Shape;544;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5" name="Google Shape;545;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6" name="Google Shape;546;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7" name="Google Shape;547;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8" name="Google Shape;548;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9" name="Google Shape;549;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0" name="Shape 550"/>
        <p:cNvGrpSpPr/>
        <p:nvPr/>
      </p:nvGrpSpPr>
      <p:grpSpPr>
        <a:xfrm>
          <a:off x="0" y="0"/>
          <a:ext cx="0" cy="0"/>
          <a:chOff x="0" y="0"/>
          <a:chExt cx="0" cy="0"/>
        </a:xfrm>
      </p:grpSpPr>
      <p:sp>
        <p:nvSpPr>
          <p:cNvPr id="551" name="Google Shape;551;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52" name="Google Shape;552;p38"/>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3" name="Google Shape;553;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54" name="Shape 554"/>
        <p:cNvGrpSpPr/>
        <p:nvPr/>
      </p:nvGrpSpPr>
      <p:grpSpPr>
        <a:xfrm>
          <a:off x="0" y="0"/>
          <a:ext cx="0" cy="0"/>
          <a:chOff x="0" y="0"/>
          <a:chExt cx="0" cy="0"/>
        </a:xfrm>
      </p:grpSpPr>
      <p:sp>
        <p:nvSpPr>
          <p:cNvPr id="555" name="Google Shape;555;p3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6" name="Google Shape;556;p39"/>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7" name="Google Shape;557;p39"/>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8" name="Google Shape;558;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9" name="Google Shape;559;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0" name="Shape 560"/>
        <p:cNvGrpSpPr/>
        <p:nvPr/>
      </p:nvGrpSpPr>
      <p:grpSpPr>
        <a:xfrm>
          <a:off x="0" y="0"/>
          <a:ext cx="0" cy="0"/>
          <a:chOff x="0" y="0"/>
          <a:chExt cx="0" cy="0"/>
        </a:xfrm>
      </p:grpSpPr>
      <p:sp>
        <p:nvSpPr>
          <p:cNvPr id="561" name="Google Shape;561;p40"/>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2" name="Google Shape;562;p40"/>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3" name="Google Shape;563;p4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4" name="Google Shape;564;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5" name="Google Shape;565;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6" name="Google Shape;566;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7" name="Google Shape;567;p40"/>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68" name="Shape 568"/>
        <p:cNvGrpSpPr/>
        <p:nvPr/>
      </p:nvGrpSpPr>
      <p:grpSpPr>
        <a:xfrm>
          <a:off x="0" y="0"/>
          <a:ext cx="0" cy="0"/>
          <a:chOff x="0" y="0"/>
          <a:chExt cx="0" cy="0"/>
        </a:xfrm>
      </p:grpSpPr>
      <p:sp>
        <p:nvSpPr>
          <p:cNvPr id="569" name="Google Shape;569;p41"/>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0" name="Google Shape;570;p41"/>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1" name="Google Shape;571;p41"/>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2" name="Google Shape;572;p41"/>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3" name="Google Shape;573;p4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4" name="Google Shape;574;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5" name="Google Shape;575;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6" name="Google Shape;576;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7" name="Google Shape;577;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78" name="Shape 578"/>
        <p:cNvGrpSpPr/>
        <p:nvPr/>
      </p:nvGrpSpPr>
      <p:grpSpPr>
        <a:xfrm>
          <a:off x="0" y="0"/>
          <a:ext cx="0" cy="0"/>
          <a:chOff x="0" y="0"/>
          <a:chExt cx="0" cy="0"/>
        </a:xfrm>
      </p:grpSpPr>
      <p:sp>
        <p:nvSpPr>
          <p:cNvPr id="579" name="Google Shape;579;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0" name="Google Shape;580;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1" name="Shape 581"/>
        <p:cNvGrpSpPr/>
        <p:nvPr/>
      </p:nvGrpSpPr>
      <p:grpSpPr>
        <a:xfrm>
          <a:off x="0" y="0"/>
          <a:ext cx="0" cy="0"/>
          <a:chOff x="0" y="0"/>
          <a:chExt cx="0" cy="0"/>
        </a:xfrm>
      </p:grpSpPr>
      <p:sp>
        <p:nvSpPr>
          <p:cNvPr id="582" name="Google Shape;582;p43"/>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3" name="Google Shape;583;p43"/>
          <p:cNvSpPr/>
          <p:nvPr>
            <p:ph idx="2" type="pic"/>
          </p:nvPr>
        </p:nvSpPr>
        <p:spPr>
          <a:xfrm>
            <a:off x="4804825" y="1133300"/>
            <a:ext cx="4027500" cy="2392800"/>
          </a:xfrm>
          <a:prstGeom prst="rect">
            <a:avLst/>
          </a:prstGeom>
          <a:noFill/>
          <a:ln>
            <a:noFill/>
          </a:ln>
        </p:spPr>
      </p:sp>
      <p:sp>
        <p:nvSpPr>
          <p:cNvPr id="584" name="Google Shape;584;p43"/>
          <p:cNvSpPr/>
          <p:nvPr>
            <p:ph idx="3" type="pic"/>
          </p:nvPr>
        </p:nvSpPr>
        <p:spPr>
          <a:xfrm>
            <a:off x="311725" y="1133300"/>
            <a:ext cx="4027500" cy="2392800"/>
          </a:xfrm>
          <a:prstGeom prst="rect">
            <a:avLst/>
          </a:prstGeom>
          <a:noFill/>
          <a:ln>
            <a:noFill/>
          </a:ln>
        </p:spPr>
      </p:sp>
      <p:sp>
        <p:nvSpPr>
          <p:cNvPr id="585" name="Google Shape;585;p43"/>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6" name="Google Shape;586;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7" name="Google Shape;587;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 name="Google Shape;588;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89" name="Shape 589"/>
        <p:cNvGrpSpPr/>
        <p:nvPr/>
      </p:nvGrpSpPr>
      <p:grpSpPr>
        <a:xfrm>
          <a:off x="0" y="0"/>
          <a:ext cx="0" cy="0"/>
          <a:chOff x="0" y="0"/>
          <a:chExt cx="0" cy="0"/>
        </a:xfrm>
      </p:grpSpPr>
      <p:sp>
        <p:nvSpPr>
          <p:cNvPr id="590" name="Google Shape;590;p44"/>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1" name="Google Shape;591;p44"/>
          <p:cNvSpPr/>
          <p:nvPr>
            <p:ph idx="2" type="pic"/>
          </p:nvPr>
        </p:nvSpPr>
        <p:spPr>
          <a:xfrm>
            <a:off x="6205225" y="1128325"/>
            <a:ext cx="2627100" cy="2273100"/>
          </a:xfrm>
          <a:prstGeom prst="rect">
            <a:avLst/>
          </a:prstGeom>
          <a:noFill/>
          <a:ln>
            <a:noFill/>
          </a:ln>
        </p:spPr>
      </p:sp>
      <p:sp>
        <p:nvSpPr>
          <p:cNvPr id="592" name="Google Shape;592;p44"/>
          <p:cNvSpPr/>
          <p:nvPr>
            <p:ph idx="3" type="pic"/>
          </p:nvPr>
        </p:nvSpPr>
        <p:spPr>
          <a:xfrm>
            <a:off x="311725" y="1128325"/>
            <a:ext cx="2627100" cy="2273100"/>
          </a:xfrm>
          <a:prstGeom prst="rect">
            <a:avLst/>
          </a:prstGeom>
          <a:noFill/>
          <a:ln>
            <a:noFill/>
          </a:ln>
        </p:spPr>
      </p:sp>
      <p:sp>
        <p:nvSpPr>
          <p:cNvPr id="593" name="Google Shape;593;p44"/>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4" name="Google Shape;594;p44"/>
          <p:cNvSpPr/>
          <p:nvPr>
            <p:ph idx="5" type="pic"/>
          </p:nvPr>
        </p:nvSpPr>
        <p:spPr>
          <a:xfrm>
            <a:off x="3255250" y="1128325"/>
            <a:ext cx="2627100" cy="2273100"/>
          </a:xfrm>
          <a:prstGeom prst="rect">
            <a:avLst/>
          </a:prstGeom>
          <a:noFill/>
          <a:ln>
            <a:noFill/>
          </a:ln>
        </p:spPr>
      </p:sp>
      <p:sp>
        <p:nvSpPr>
          <p:cNvPr id="595" name="Google Shape;595;p44"/>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6" name="Google Shape;596;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97" name="Google Shape;597;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8" name="Google Shape;598;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9" name="Google Shape;599;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0" name="Shape 600"/>
        <p:cNvGrpSpPr/>
        <p:nvPr/>
      </p:nvGrpSpPr>
      <p:grpSpPr>
        <a:xfrm>
          <a:off x="0" y="0"/>
          <a:ext cx="0" cy="0"/>
          <a:chOff x="0" y="0"/>
          <a:chExt cx="0" cy="0"/>
        </a:xfrm>
      </p:grpSpPr>
      <p:sp>
        <p:nvSpPr>
          <p:cNvPr id="601" name="Google Shape;601;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02" name="Shape 602"/>
        <p:cNvGrpSpPr/>
        <p:nvPr/>
      </p:nvGrpSpPr>
      <p:grpSpPr>
        <a:xfrm>
          <a:off x="0" y="0"/>
          <a:ext cx="0" cy="0"/>
          <a:chOff x="0" y="0"/>
          <a:chExt cx="0" cy="0"/>
        </a:xfrm>
      </p:grpSpPr>
      <p:sp>
        <p:nvSpPr>
          <p:cNvPr id="603" name="Google Shape;603;p46"/>
          <p:cNvSpPr/>
          <p:nvPr>
            <p:ph idx="2" type="pic"/>
          </p:nvPr>
        </p:nvSpPr>
        <p:spPr>
          <a:xfrm>
            <a:off x="3389600" y="118913"/>
            <a:ext cx="1643700" cy="1535100"/>
          </a:xfrm>
          <a:prstGeom prst="rect">
            <a:avLst/>
          </a:prstGeom>
          <a:noFill/>
          <a:ln>
            <a:noFill/>
          </a:ln>
        </p:spPr>
      </p:sp>
      <p:sp>
        <p:nvSpPr>
          <p:cNvPr id="604" name="Google Shape;604;p46"/>
          <p:cNvSpPr/>
          <p:nvPr>
            <p:ph idx="3" type="pic"/>
          </p:nvPr>
        </p:nvSpPr>
        <p:spPr>
          <a:xfrm>
            <a:off x="5195935" y="118913"/>
            <a:ext cx="1643700" cy="1535100"/>
          </a:xfrm>
          <a:prstGeom prst="rect">
            <a:avLst/>
          </a:prstGeom>
          <a:noFill/>
          <a:ln>
            <a:noFill/>
          </a:ln>
        </p:spPr>
      </p:sp>
      <p:sp>
        <p:nvSpPr>
          <p:cNvPr id="605" name="Google Shape;605;p46"/>
          <p:cNvSpPr/>
          <p:nvPr>
            <p:ph idx="4" type="pic"/>
          </p:nvPr>
        </p:nvSpPr>
        <p:spPr>
          <a:xfrm>
            <a:off x="7002270" y="118913"/>
            <a:ext cx="1643700" cy="1535100"/>
          </a:xfrm>
          <a:prstGeom prst="rect">
            <a:avLst/>
          </a:prstGeom>
          <a:noFill/>
          <a:ln>
            <a:noFill/>
          </a:ln>
        </p:spPr>
      </p:sp>
      <p:sp>
        <p:nvSpPr>
          <p:cNvPr id="606" name="Google Shape;606;p46"/>
          <p:cNvSpPr/>
          <p:nvPr>
            <p:ph idx="5" type="pic"/>
          </p:nvPr>
        </p:nvSpPr>
        <p:spPr>
          <a:xfrm>
            <a:off x="3389588" y="1804212"/>
            <a:ext cx="1643700" cy="1535100"/>
          </a:xfrm>
          <a:prstGeom prst="rect">
            <a:avLst/>
          </a:prstGeom>
          <a:noFill/>
          <a:ln>
            <a:noFill/>
          </a:ln>
        </p:spPr>
      </p:sp>
      <p:sp>
        <p:nvSpPr>
          <p:cNvPr id="607" name="Google Shape;607;p46"/>
          <p:cNvSpPr/>
          <p:nvPr>
            <p:ph idx="6" type="pic"/>
          </p:nvPr>
        </p:nvSpPr>
        <p:spPr>
          <a:xfrm>
            <a:off x="5195922" y="1804212"/>
            <a:ext cx="1643700" cy="1535100"/>
          </a:xfrm>
          <a:prstGeom prst="rect">
            <a:avLst/>
          </a:prstGeom>
          <a:noFill/>
          <a:ln>
            <a:noFill/>
          </a:ln>
        </p:spPr>
      </p:sp>
      <p:sp>
        <p:nvSpPr>
          <p:cNvPr id="608" name="Google Shape;608;p46"/>
          <p:cNvSpPr/>
          <p:nvPr>
            <p:ph idx="7" type="pic"/>
          </p:nvPr>
        </p:nvSpPr>
        <p:spPr>
          <a:xfrm>
            <a:off x="7002257" y="1804212"/>
            <a:ext cx="1643700" cy="1535100"/>
          </a:xfrm>
          <a:prstGeom prst="rect">
            <a:avLst/>
          </a:prstGeom>
          <a:noFill/>
          <a:ln>
            <a:noFill/>
          </a:ln>
        </p:spPr>
      </p:sp>
      <p:sp>
        <p:nvSpPr>
          <p:cNvPr id="609" name="Google Shape;609;p4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10" name="Google Shape;610;p46"/>
          <p:cNvSpPr/>
          <p:nvPr>
            <p:ph idx="8" type="pic"/>
          </p:nvPr>
        </p:nvSpPr>
        <p:spPr>
          <a:xfrm>
            <a:off x="3389588" y="3489487"/>
            <a:ext cx="1643700" cy="1535100"/>
          </a:xfrm>
          <a:prstGeom prst="rect">
            <a:avLst/>
          </a:prstGeom>
          <a:noFill/>
          <a:ln>
            <a:noFill/>
          </a:ln>
        </p:spPr>
      </p:sp>
      <p:sp>
        <p:nvSpPr>
          <p:cNvPr id="611" name="Google Shape;611;p46"/>
          <p:cNvSpPr/>
          <p:nvPr>
            <p:ph idx="9" type="pic"/>
          </p:nvPr>
        </p:nvSpPr>
        <p:spPr>
          <a:xfrm>
            <a:off x="5195922" y="3489487"/>
            <a:ext cx="1643700" cy="1535100"/>
          </a:xfrm>
          <a:prstGeom prst="rect">
            <a:avLst/>
          </a:prstGeom>
          <a:noFill/>
          <a:ln>
            <a:noFill/>
          </a:ln>
        </p:spPr>
      </p:sp>
      <p:sp>
        <p:nvSpPr>
          <p:cNvPr id="612" name="Google Shape;612;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617" name="Shape 617"/>
        <p:cNvGrpSpPr/>
        <p:nvPr/>
      </p:nvGrpSpPr>
      <p:grpSpPr>
        <a:xfrm>
          <a:off x="0" y="0"/>
          <a:ext cx="0" cy="0"/>
          <a:chOff x="0" y="0"/>
          <a:chExt cx="0" cy="0"/>
        </a:xfrm>
      </p:grpSpPr>
      <p:sp>
        <p:nvSpPr>
          <p:cNvPr id="618" name="Google Shape;618;p4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19" name="Google Shape;619;p4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20" name="Google Shape;620;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621" name="Shape 621"/>
        <p:cNvGrpSpPr/>
        <p:nvPr/>
      </p:nvGrpSpPr>
      <p:grpSpPr>
        <a:xfrm>
          <a:off x="0" y="0"/>
          <a:ext cx="0" cy="0"/>
          <a:chOff x="0" y="0"/>
          <a:chExt cx="0" cy="0"/>
        </a:xfrm>
      </p:grpSpPr>
      <p:sp>
        <p:nvSpPr>
          <p:cNvPr id="622" name="Google Shape;622;p4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23" name="Google Shape;623;p4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24" name="Google Shape;624;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25" name="Shape 625"/>
        <p:cNvGrpSpPr/>
        <p:nvPr/>
      </p:nvGrpSpPr>
      <p:grpSpPr>
        <a:xfrm>
          <a:off x="0" y="0"/>
          <a:ext cx="0" cy="0"/>
          <a:chOff x="0" y="0"/>
          <a:chExt cx="0" cy="0"/>
        </a:xfrm>
      </p:grpSpPr>
      <p:sp>
        <p:nvSpPr>
          <p:cNvPr id="626" name="Google Shape;626;p5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8" name="Google Shape;628;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29" name="Google Shape;629;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7350" lvl="0" marL="457200">
              <a:spcBef>
                <a:spcPts val="0"/>
              </a:spcBef>
              <a:spcAft>
                <a:spcPts val="0"/>
              </a:spcAft>
              <a:buSzPts val="25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630" name="Google Shape;630;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lt1"/>
        </a:solidFill>
      </p:bgPr>
    </p:bg>
    <p:spTree>
      <p:nvGrpSpPr>
        <p:cNvPr id="631" name="Shape 631"/>
        <p:cNvGrpSpPr/>
        <p:nvPr/>
      </p:nvGrpSpPr>
      <p:grpSpPr>
        <a:xfrm>
          <a:off x="0" y="0"/>
          <a:ext cx="0" cy="0"/>
          <a:chOff x="0" y="0"/>
          <a:chExt cx="0" cy="0"/>
        </a:xfrm>
      </p:grpSpPr>
      <p:sp>
        <p:nvSpPr>
          <p:cNvPr id="632" name="Google Shape;632;p51"/>
          <p:cNvSpPr/>
          <p:nvPr/>
        </p:nvSpPr>
        <p:spPr>
          <a:xfrm flipH="1">
            <a:off x="365550" y="363450"/>
            <a:ext cx="8412900" cy="4416600"/>
          </a:xfrm>
          <a:prstGeom prst="snip2DiagRect">
            <a:avLst>
              <a:gd fmla="val 0" name="adj1"/>
              <a:gd fmla="val 31816"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33" name="Google Shape;633;p51"/>
          <p:cNvSpPr txBox="1"/>
          <p:nvPr>
            <p:ph type="ctrTitle"/>
          </p:nvPr>
        </p:nvSpPr>
        <p:spPr>
          <a:xfrm>
            <a:off x="1765375" y="363450"/>
            <a:ext cx="5614500" cy="3383400"/>
          </a:xfrm>
          <a:prstGeom prst="rect">
            <a:avLst/>
          </a:prstGeom>
        </p:spPr>
        <p:txBody>
          <a:bodyPr anchorCtr="0" anchor="t" bIns="91425" lIns="91425" spcFirstLastPara="1" rIns="91425" wrap="square" tIns="91425">
            <a:noAutofit/>
          </a:bodyPr>
          <a:lstStyle>
            <a:lvl1pPr lvl="0">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1pPr>
            <a:lvl2pPr lvl="1">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2pPr>
            <a:lvl3pPr lvl="2">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3pPr>
            <a:lvl4pPr lvl="3">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4pPr>
            <a:lvl5pPr lvl="4">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5pPr>
            <a:lvl6pPr lvl="5">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6pPr>
            <a:lvl7pPr lvl="6">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7pPr>
            <a:lvl8pPr lvl="7">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8pPr>
            <a:lvl9pPr lvl="8">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9pPr>
          </a:lstStyle>
          <a:p/>
        </p:txBody>
      </p:sp>
      <p:sp>
        <p:nvSpPr>
          <p:cNvPr id="634" name="Google Shape;634;p51"/>
          <p:cNvSpPr txBox="1"/>
          <p:nvPr>
            <p:ph idx="1" type="subTitle"/>
          </p:nvPr>
        </p:nvSpPr>
        <p:spPr>
          <a:xfrm>
            <a:off x="1765375" y="4137750"/>
            <a:ext cx="5614500" cy="493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1pPr>
            <a:lvl2pPr lvl="1">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2pPr>
            <a:lvl3pPr lvl="2">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3pPr>
            <a:lvl4pPr lvl="3">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4pPr>
            <a:lvl5pPr lvl="4">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5pPr>
            <a:lvl6pPr lvl="5">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6pPr>
            <a:lvl7pPr lvl="6">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7pPr>
            <a:lvl8pPr lvl="7">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8pPr>
            <a:lvl9pPr lvl="8">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9pPr>
          </a:lstStyle>
          <a:p/>
        </p:txBody>
      </p:sp>
      <p:sp>
        <p:nvSpPr>
          <p:cNvPr id="635" name="Google Shape;635;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atin typeface="DM Sans"/>
                <a:ea typeface="DM Sans"/>
                <a:cs typeface="DM Sans"/>
                <a:sym typeface="DM Sans"/>
              </a:defRPr>
            </a:lvl1pPr>
            <a:lvl2pPr lvl="1">
              <a:buNone/>
              <a:defRPr sz="1300">
                <a:latin typeface="DM Sans"/>
                <a:ea typeface="DM Sans"/>
                <a:cs typeface="DM Sans"/>
                <a:sym typeface="DM Sans"/>
              </a:defRPr>
            </a:lvl2pPr>
            <a:lvl3pPr lvl="2">
              <a:buNone/>
              <a:defRPr sz="1300">
                <a:latin typeface="DM Sans"/>
                <a:ea typeface="DM Sans"/>
                <a:cs typeface="DM Sans"/>
                <a:sym typeface="DM Sans"/>
              </a:defRPr>
            </a:lvl3pPr>
            <a:lvl4pPr lvl="3">
              <a:buNone/>
              <a:defRPr sz="1300">
                <a:latin typeface="DM Sans"/>
                <a:ea typeface="DM Sans"/>
                <a:cs typeface="DM Sans"/>
                <a:sym typeface="DM Sans"/>
              </a:defRPr>
            </a:lvl4pPr>
            <a:lvl5pPr lvl="4">
              <a:buNone/>
              <a:defRPr sz="1300">
                <a:latin typeface="DM Sans"/>
                <a:ea typeface="DM Sans"/>
                <a:cs typeface="DM Sans"/>
                <a:sym typeface="DM Sans"/>
              </a:defRPr>
            </a:lvl5pPr>
            <a:lvl6pPr lvl="5">
              <a:buNone/>
              <a:defRPr sz="1300">
                <a:latin typeface="DM Sans"/>
                <a:ea typeface="DM Sans"/>
                <a:cs typeface="DM Sans"/>
                <a:sym typeface="DM Sans"/>
              </a:defRPr>
            </a:lvl6pPr>
            <a:lvl7pPr lvl="6">
              <a:buNone/>
              <a:defRPr sz="1300">
                <a:latin typeface="DM Sans"/>
                <a:ea typeface="DM Sans"/>
                <a:cs typeface="DM Sans"/>
                <a:sym typeface="DM Sans"/>
              </a:defRPr>
            </a:lvl7pPr>
            <a:lvl8pPr lvl="7">
              <a:buNone/>
              <a:defRPr sz="1300">
                <a:latin typeface="DM Sans"/>
                <a:ea typeface="DM Sans"/>
                <a:cs typeface="DM Sans"/>
                <a:sym typeface="DM Sans"/>
              </a:defRPr>
            </a:lvl8pPr>
            <a:lvl9pPr lvl="8">
              <a:buNone/>
              <a:defRPr sz="1300">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s" type="secHead">
  <p:cSld name="SECTION_HEADER">
    <p:spTree>
      <p:nvGrpSpPr>
        <p:cNvPr id="636" name="Shape 636"/>
        <p:cNvGrpSpPr/>
        <p:nvPr/>
      </p:nvGrpSpPr>
      <p:grpSpPr>
        <a:xfrm>
          <a:off x="0" y="0"/>
          <a:ext cx="0" cy="0"/>
          <a:chOff x="0" y="0"/>
          <a:chExt cx="0" cy="0"/>
        </a:xfrm>
      </p:grpSpPr>
      <p:sp>
        <p:nvSpPr>
          <p:cNvPr id="637" name="Google Shape;637;p5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38" name="Google Shape;638;p52"/>
          <p:cNvSpPr/>
          <p:nvPr/>
        </p:nvSpPr>
        <p:spPr>
          <a:xfrm>
            <a:off x="365550" y="363450"/>
            <a:ext cx="8412900" cy="4416600"/>
          </a:xfrm>
          <a:prstGeom prst="snip2DiagRect">
            <a:avLst>
              <a:gd fmla="val 0" name="adj1"/>
              <a:gd fmla="val 20836"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39" name="Google Shape;639;p52"/>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None/>
              <a:defRPr>
                <a:solidFill>
                  <a:schemeClr val="dk1"/>
                </a:solidFill>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640" name="Google Shape;640;p52"/>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2"/>
              </a:buClr>
              <a:buSzPts val="2000"/>
              <a:buChar char="●"/>
              <a:defRPr sz="2000">
                <a:solidFill>
                  <a:schemeClr val="dk2"/>
                </a:solidFill>
              </a:defRPr>
            </a:lvl1pPr>
            <a:lvl2pPr indent="-355600" lvl="1" marL="914400">
              <a:spcBef>
                <a:spcPts val="0"/>
              </a:spcBef>
              <a:spcAft>
                <a:spcPts val="0"/>
              </a:spcAft>
              <a:buClr>
                <a:schemeClr val="dk2"/>
              </a:buClr>
              <a:buSzPts val="2000"/>
              <a:buChar char="○"/>
              <a:defRPr sz="2000">
                <a:solidFill>
                  <a:schemeClr val="dk2"/>
                </a:solidFill>
              </a:defRPr>
            </a:lvl2pPr>
            <a:lvl3pPr indent="-355600" lvl="2" marL="1371600">
              <a:spcBef>
                <a:spcPts val="0"/>
              </a:spcBef>
              <a:spcAft>
                <a:spcPts val="0"/>
              </a:spcAft>
              <a:buClr>
                <a:schemeClr val="dk2"/>
              </a:buClr>
              <a:buSzPts val="2000"/>
              <a:buChar char="■"/>
              <a:defRPr sz="2000">
                <a:solidFill>
                  <a:schemeClr val="dk2"/>
                </a:solidFill>
              </a:defRPr>
            </a:lvl3pPr>
            <a:lvl4pPr indent="-355600" lvl="3" marL="1828800">
              <a:spcBef>
                <a:spcPts val="0"/>
              </a:spcBef>
              <a:spcAft>
                <a:spcPts val="0"/>
              </a:spcAft>
              <a:buClr>
                <a:schemeClr val="dk2"/>
              </a:buClr>
              <a:buSzPts val="2000"/>
              <a:buChar char="●"/>
              <a:defRPr sz="2000">
                <a:solidFill>
                  <a:schemeClr val="dk2"/>
                </a:solidFill>
              </a:defRPr>
            </a:lvl4pPr>
            <a:lvl5pPr indent="-355600" lvl="4" marL="2286000">
              <a:spcBef>
                <a:spcPts val="0"/>
              </a:spcBef>
              <a:spcAft>
                <a:spcPts val="0"/>
              </a:spcAft>
              <a:buClr>
                <a:schemeClr val="dk2"/>
              </a:buClr>
              <a:buSzPts val="2000"/>
              <a:buChar char="○"/>
              <a:defRPr sz="2000">
                <a:solidFill>
                  <a:schemeClr val="dk2"/>
                </a:solidFill>
              </a:defRPr>
            </a:lvl5pPr>
            <a:lvl6pPr indent="-355600" lvl="5" marL="2743200">
              <a:spcBef>
                <a:spcPts val="0"/>
              </a:spcBef>
              <a:spcAft>
                <a:spcPts val="0"/>
              </a:spcAft>
              <a:buClr>
                <a:schemeClr val="dk2"/>
              </a:buClr>
              <a:buSzPts val="2000"/>
              <a:buChar char="■"/>
              <a:defRPr sz="2000">
                <a:solidFill>
                  <a:schemeClr val="dk2"/>
                </a:solidFill>
              </a:defRPr>
            </a:lvl6pPr>
            <a:lvl7pPr indent="-355600" lvl="6" marL="3200400">
              <a:spcBef>
                <a:spcPts val="0"/>
              </a:spcBef>
              <a:spcAft>
                <a:spcPts val="0"/>
              </a:spcAft>
              <a:buClr>
                <a:schemeClr val="dk2"/>
              </a:buClr>
              <a:buSzPts val="2000"/>
              <a:buChar char="●"/>
              <a:defRPr sz="2000">
                <a:solidFill>
                  <a:schemeClr val="dk2"/>
                </a:solidFill>
              </a:defRPr>
            </a:lvl7pPr>
            <a:lvl8pPr indent="-355600" lvl="7" marL="3657600">
              <a:spcBef>
                <a:spcPts val="0"/>
              </a:spcBef>
              <a:spcAft>
                <a:spcPts val="0"/>
              </a:spcAft>
              <a:buClr>
                <a:schemeClr val="dk2"/>
              </a:buClr>
              <a:buSzPts val="2000"/>
              <a:buChar char="○"/>
              <a:defRPr sz="2000">
                <a:solidFill>
                  <a:schemeClr val="dk2"/>
                </a:solidFill>
              </a:defRPr>
            </a:lvl8pPr>
            <a:lvl9pPr indent="-355600" lvl="8" marL="4114800">
              <a:spcBef>
                <a:spcPts val="0"/>
              </a:spcBef>
              <a:spcAft>
                <a:spcPts val="0"/>
              </a:spcAft>
              <a:buClr>
                <a:schemeClr val="dk2"/>
              </a:buClr>
              <a:buSzPts val="2000"/>
              <a:buChar char="■"/>
              <a:defRPr sz="2000">
                <a:solidFill>
                  <a:schemeClr val="dk2"/>
                </a:solidFill>
              </a:defRPr>
            </a:lvl9pPr>
          </a:lstStyle>
          <a:p/>
        </p:txBody>
      </p:sp>
      <p:sp>
        <p:nvSpPr>
          <p:cNvPr id="641" name="Google Shape;641;p52"/>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642" name="Google Shape;642;p52"/>
          <p:cNvSpPr txBox="1"/>
          <p:nvPr>
            <p:ph idx="3"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643" name="Google Shape;643;p5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headers" type="tx">
  <p:cSld name="TITLE_AND_BODY">
    <p:bg>
      <p:bgPr>
        <a:solidFill>
          <a:schemeClr val="dk1"/>
        </a:solidFill>
      </p:bgPr>
    </p:bg>
    <p:spTree>
      <p:nvGrpSpPr>
        <p:cNvPr id="644" name="Shape 644"/>
        <p:cNvGrpSpPr/>
        <p:nvPr/>
      </p:nvGrpSpPr>
      <p:grpSpPr>
        <a:xfrm>
          <a:off x="0" y="0"/>
          <a:ext cx="0" cy="0"/>
          <a:chOff x="0" y="0"/>
          <a:chExt cx="0" cy="0"/>
        </a:xfrm>
      </p:grpSpPr>
      <p:grpSp>
        <p:nvGrpSpPr>
          <p:cNvPr id="645" name="Google Shape;645;p53"/>
          <p:cNvGrpSpPr/>
          <p:nvPr/>
        </p:nvGrpSpPr>
        <p:grpSpPr>
          <a:xfrm>
            <a:off x="0" y="0"/>
            <a:ext cx="9144000" cy="5130000"/>
            <a:chOff x="0" y="0"/>
            <a:chExt cx="9144000" cy="5130000"/>
          </a:xfrm>
        </p:grpSpPr>
        <p:sp>
          <p:nvSpPr>
            <p:cNvPr id="646" name="Google Shape;646;p53"/>
            <p:cNvSpPr/>
            <p:nvPr/>
          </p:nvSpPr>
          <p:spPr>
            <a:xfrm flipH="1">
              <a:off x="175600" y="250800"/>
              <a:ext cx="8603100" cy="4529400"/>
            </a:xfrm>
            <a:prstGeom prst="snip2DiagRect">
              <a:avLst>
                <a:gd fmla="val 0" name="adj1"/>
                <a:gd fmla="val 20836"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647" name="Google Shape;647;p53"/>
            <p:cNvGrpSpPr/>
            <p:nvPr/>
          </p:nvGrpSpPr>
          <p:grpSpPr>
            <a:xfrm>
              <a:off x="0" y="0"/>
              <a:ext cx="9144000" cy="5130000"/>
              <a:chOff x="0" y="0"/>
              <a:chExt cx="9144000" cy="5130000"/>
            </a:xfrm>
          </p:grpSpPr>
          <p:sp>
            <p:nvSpPr>
              <p:cNvPr id="648" name="Google Shape;648;p53"/>
              <p:cNvSpPr/>
              <p:nvPr/>
            </p:nvSpPr>
            <p:spPr>
              <a:xfrm>
                <a:off x="0" y="0"/>
                <a:ext cx="1425000" cy="124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49" name="Google Shape;649;p53"/>
              <p:cNvSpPr/>
              <p:nvPr/>
            </p:nvSpPr>
            <p:spPr>
              <a:xfrm>
                <a:off x="0" y="0"/>
                <a:ext cx="9144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0" name="Google Shape;650;p53"/>
              <p:cNvSpPr/>
              <p:nvPr/>
            </p:nvSpPr>
            <p:spPr>
              <a:xfrm rot="5400000">
                <a:off x="-2383200" y="2383200"/>
                <a:ext cx="5130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651" name="Google Shape;651;p5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2" name="Google Shape;652;p53"/>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653" name="Google Shape;653;p53"/>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654" name="Google Shape;654;p53"/>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1pPr>
            <a:lvl2pPr lvl="1">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2pPr>
            <a:lvl3pPr lvl="2">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3pPr>
            <a:lvl4pPr lvl="3">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4pPr>
            <a:lvl5pPr lvl="4">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5pPr>
            <a:lvl6pPr lvl="5">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6pPr>
            <a:lvl7pPr lvl="6">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7pPr>
            <a:lvl8pPr lvl="7">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8pPr>
            <a:lvl9pPr lvl="8">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Only" type="twoColTx">
  <p:cSld name="TITLE_AND_TWO_COLUMNS">
    <p:bg>
      <p:bgPr>
        <a:solidFill>
          <a:schemeClr val="lt1"/>
        </a:solidFill>
      </p:bgPr>
    </p:bg>
    <p:spTree>
      <p:nvGrpSpPr>
        <p:cNvPr id="655" name="Shape 655"/>
        <p:cNvGrpSpPr/>
        <p:nvPr/>
      </p:nvGrpSpPr>
      <p:grpSpPr>
        <a:xfrm>
          <a:off x="0" y="0"/>
          <a:ext cx="0" cy="0"/>
          <a:chOff x="0" y="0"/>
          <a:chExt cx="0" cy="0"/>
        </a:xfrm>
      </p:grpSpPr>
      <p:sp>
        <p:nvSpPr>
          <p:cNvPr id="656" name="Google Shape;656;p54"/>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7" name="Google Shape;657;p5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58" name="Google Shape;658;p5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9" name="Google Shape;659;p54"/>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660" name="Google Shape;660;p54"/>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661" name="Google Shape;661;p54"/>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sp>
        <p:nvSpPr>
          <p:cNvPr id="662" name="Google Shape;662;p54"/>
          <p:cNvSpPr txBox="1"/>
          <p:nvPr>
            <p:ph idx="3" type="body"/>
          </p:nvPr>
        </p:nvSpPr>
        <p:spPr>
          <a:xfrm>
            <a:off x="1022850" y="16931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cxnSp>
        <p:nvCxnSpPr>
          <p:cNvPr id="663" name="Google Shape;663;p54"/>
          <p:cNvCxnSpPr/>
          <p:nvPr/>
        </p:nvCxnSpPr>
        <p:spPr>
          <a:xfrm>
            <a:off x="478850" y="230717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664" name="Google Shape;664;p54"/>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665" name="Google Shape;665;p54"/>
          <p:cNvCxnSpPr/>
          <p:nvPr/>
        </p:nvCxnSpPr>
        <p:spPr>
          <a:xfrm>
            <a:off x="479100" y="2921234"/>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666" name="Google Shape;666;p54"/>
          <p:cNvCxnSpPr/>
          <p:nvPr/>
        </p:nvCxnSpPr>
        <p:spPr>
          <a:xfrm>
            <a:off x="479100" y="3535292"/>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667" name="Google Shape;667;p54"/>
          <p:cNvCxnSpPr/>
          <p:nvPr/>
        </p:nvCxnSpPr>
        <p:spPr>
          <a:xfrm>
            <a:off x="479100" y="4149350"/>
            <a:ext cx="8190300" cy="0"/>
          </a:xfrm>
          <a:prstGeom prst="straightConnector1">
            <a:avLst/>
          </a:prstGeom>
          <a:noFill/>
          <a:ln cap="flat" cmpd="sng" w="19050">
            <a:solidFill>
              <a:schemeClr val="lt2"/>
            </a:solidFill>
            <a:prstDash val="solid"/>
            <a:round/>
            <a:headEnd len="med" w="med" type="none"/>
            <a:tailEnd len="med" w="med" type="none"/>
          </a:ln>
        </p:spPr>
      </p:cxnSp>
      <p:sp>
        <p:nvSpPr>
          <p:cNvPr id="668" name="Google Shape;668;p54"/>
          <p:cNvSpPr txBox="1"/>
          <p:nvPr>
            <p:ph idx="4" type="body"/>
          </p:nvPr>
        </p:nvSpPr>
        <p:spPr>
          <a:xfrm>
            <a:off x="1022850" y="2307163"/>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69" name="Google Shape;669;p54"/>
          <p:cNvSpPr txBox="1"/>
          <p:nvPr>
            <p:ph idx="5" type="body"/>
          </p:nvPr>
        </p:nvSpPr>
        <p:spPr>
          <a:xfrm>
            <a:off x="1022850" y="29212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70" name="Google Shape;670;p54"/>
          <p:cNvSpPr txBox="1"/>
          <p:nvPr>
            <p:ph idx="6" type="body"/>
          </p:nvPr>
        </p:nvSpPr>
        <p:spPr>
          <a:xfrm>
            <a:off x="1022850" y="35353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71" name="Google Shape;671;p54"/>
          <p:cNvSpPr txBox="1"/>
          <p:nvPr>
            <p:ph idx="7" type="body"/>
          </p:nvPr>
        </p:nvSpPr>
        <p:spPr>
          <a:xfrm>
            <a:off x="1022850" y="4149450"/>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Only" type="titleOnly">
  <p:cSld name="TITLE_ONLY">
    <p:spTree>
      <p:nvGrpSpPr>
        <p:cNvPr id="672" name="Shape 672"/>
        <p:cNvGrpSpPr/>
        <p:nvPr/>
      </p:nvGrpSpPr>
      <p:grpSpPr>
        <a:xfrm>
          <a:off x="0" y="0"/>
          <a:ext cx="0" cy="0"/>
          <a:chOff x="0" y="0"/>
          <a:chExt cx="0" cy="0"/>
        </a:xfrm>
      </p:grpSpPr>
      <p:sp>
        <p:nvSpPr>
          <p:cNvPr id="673" name="Google Shape;673;p5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674" name="Google Shape;674;p55"/>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675" name="Google Shape;675;p5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76" name="Google Shape;676;p5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77" name="Google Shape;677;p55"/>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678" name="Google Shape;678;p55"/>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679" name="Google Shape;679;p55"/>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680" name="Google Shape;680;p55"/>
          <p:cNvSpPr txBox="1"/>
          <p:nvPr>
            <p:ph idx="3" type="body"/>
          </p:nvPr>
        </p:nvSpPr>
        <p:spPr>
          <a:xfrm>
            <a:off x="478875" y="2398656"/>
            <a:ext cx="81903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681" name="Google Shape;681;p55"/>
          <p:cNvSpPr txBox="1"/>
          <p:nvPr>
            <p:ph idx="4" type="subTitle"/>
          </p:nvPr>
        </p:nvSpPr>
        <p:spPr>
          <a:xfrm>
            <a:off x="478863"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 1 Image">
  <p:cSld name="TITLE_AND_TWO_COLUMNS_1">
    <p:bg>
      <p:bgPr>
        <a:solidFill>
          <a:schemeClr val="lt1"/>
        </a:solidFill>
      </p:bgPr>
    </p:bg>
    <p:spTree>
      <p:nvGrpSpPr>
        <p:cNvPr id="682" name="Shape 682"/>
        <p:cNvGrpSpPr/>
        <p:nvPr/>
      </p:nvGrpSpPr>
      <p:grpSpPr>
        <a:xfrm>
          <a:off x="0" y="0"/>
          <a:ext cx="0" cy="0"/>
          <a:chOff x="0" y="0"/>
          <a:chExt cx="0" cy="0"/>
        </a:xfrm>
      </p:grpSpPr>
      <p:sp>
        <p:nvSpPr>
          <p:cNvPr id="683" name="Google Shape;683;p56"/>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4" name="Google Shape;684;p56"/>
          <p:cNvSpPr/>
          <p:nvPr>
            <p:ph idx="2" type="pic"/>
          </p:nvPr>
        </p:nvSpPr>
        <p:spPr>
          <a:xfrm rot="10800000">
            <a:off x="474125" y="1837225"/>
            <a:ext cx="2661000" cy="2834700"/>
          </a:xfrm>
          <a:prstGeom prst="rect">
            <a:avLst/>
          </a:prstGeom>
          <a:noFill/>
          <a:ln>
            <a:noFill/>
          </a:ln>
        </p:spPr>
      </p:sp>
      <p:sp>
        <p:nvSpPr>
          <p:cNvPr id="685" name="Google Shape;685;p5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86" name="Google Shape;686;p5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7" name="Google Shape;687;p56"/>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688" name="Google Shape;688;p56"/>
          <p:cNvSpPr txBox="1"/>
          <p:nvPr>
            <p:ph idx="3"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689" name="Google Shape;689;p56"/>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690" name="Google Shape;690;p56"/>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691" name="Google Shape;691;p56"/>
          <p:cNvCxnSpPr/>
          <p:nvPr/>
        </p:nvCxnSpPr>
        <p:spPr>
          <a:xfrm>
            <a:off x="3239550" y="2306550"/>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692" name="Google Shape;692;p56"/>
          <p:cNvCxnSpPr/>
          <p:nvPr/>
        </p:nvCxnSpPr>
        <p:spPr>
          <a:xfrm>
            <a:off x="3239550" y="2919833"/>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693" name="Google Shape;693;p56"/>
          <p:cNvCxnSpPr/>
          <p:nvPr/>
        </p:nvCxnSpPr>
        <p:spPr>
          <a:xfrm>
            <a:off x="3239550" y="3533117"/>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694" name="Google Shape;694;p56"/>
          <p:cNvCxnSpPr/>
          <p:nvPr/>
        </p:nvCxnSpPr>
        <p:spPr>
          <a:xfrm>
            <a:off x="3239550" y="4146400"/>
            <a:ext cx="5427600" cy="0"/>
          </a:xfrm>
          <a:prstGeom prst="straightConnector1">
            <a:avLst/>
          </a:prstGeom>
          <a:noFill/>
          <a:ln cap="flat" cmpd="sng" w="19050">
            <a:solidFill>
              <a:schemeClr val="lt2"/>
            </a:solidFill>
            <a:prstDash val="solid"/>
            <a:round/>
            <a:headEnd len="med" w="med" type="none"/>
            <a:tailEnd len="med" w="med" type="none"/>
          </a:ln>
        </p:spPr>
      </p:cxnSp>
      <p:sp>
        <p:nvSpPr>
          <p:cNvPr id="695" name="Google Shape;695;p56"/>
          <p:cNvSpPr txBox="1"/>
          <p:nvPr>
            <p:ph idx="4" type="body"/>
          </p:nvPr>
        </p:nvSpPr>
        <p:spPr>
          <a:xfrm>
            <a:off x="3600750" y="16931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96" name="Google Shape;696;p56"/>
          <p:cNvSpPr txBox="1"/>
          <p:nvPr>
            <p:ph idx="5" type="body"/>
          </p:nvPr>
        </p:nvSpPr>
        <p:spPr>
          <a:xfrm>
            <a:off x="3600750" y="2307163"/>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97" name="Google Shape;697;p56"/>
          <p:cNvSpPr txBox="1"/>
          <p:nvPr>
            <p:ph idx="6" type="body"/>
          </p:nvPr>
        </p:nvSpPr>
        <p:spPr>
          <a:xfrm>
            <a:off x="3600750" y="29212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98" name="Google Shape;698;p56"/>
          <p:cNvSpPr txBox="1"/>
          <p:nvPr>
            <p:ph idx="7" type="body"/>
          </p:nvPr>
        </p:nvSpPr>
        <p:spPr>
          <a:xfrm>
            <a:off x="3600750" y="35353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99" name="Google Shape;699;p56"/>
          <p:cNvSpPr txBox="1"/>
          <p:nvPr>
            <p:ph idx="8" type="body"/>
          </p:nvPr>
        </p:nvSpPr>
        <p:spPr>
          <a:xfrm>
            <a:off x="3600750" y="4149450"/>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 1 Image">
  <p:cSld name="TITLE_ONLY_1">
    <p:spTree>
      <p:nvGrpSpPr>
        <p:cNvPr id="700" name="Shape 700"/>
        <p:cNvGrpSpPr/>
        <p:nvPr/>
      </p:nvGrpSpPr>
      <p:grpSpPr>
        <a:xfrm>
          <a:off x="0" y="0"/>
          <a:ext cx="0" cy="0"/>
          <a:chOff x="0" y="0"/>
          <a:chExt cx="0" cy="0"/>
        </a:xfrm>
      </p:grpSpPr>
      <p:sp>
        <p:nvSpPr>
          <p:cNvPr id="701" name="Google Shape;701;p57"/>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2" name="Google Shape;702;p5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03" name="Google Shape;703;p5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04" name="Google Shape;704;p57"/>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05" name="Google Shape;705;p57"/>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06" name="Google Shape;706;p5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707" name="Google Shape;707;p57"/>
          <p:cNvCxnSpPr/>
          <p:nvPr/>
        </p:nvCxnSpPr>
        <p:spPr>
          <a:xfrm>
            <a:off x="476850" y="1693125"/>
            <a:ext cx="8190300" cy="0"/>
          </a:xfrm>
          <a:prstGeom prst="straightConnector1">
            <a:avLst/>
          </a:prstGeom>
          <a:noFill/>
          <a:ln cap="flat" cmpd="sng" w="19050">
            <a:solidFill>
              <a:schemeClr val="lt1"/>
            </a:solidFill>
            <a:prstDash val="solid"/>
            <a:round/>
            <a:headEnd len="med" w="med" type="none"/>
            <a:tailEnd len="med" w="med" type="none"/>
          </a:ln>
        </p:spPr>
      </p:cxnSp>
      <p:cxnSp>
        <p:nvCxnSpPr>
          <p:cNvPr id="708" name="Google Shape;708;p57"/>
          <p:cNvCxnSpPr/>
          <p:nvPr/>
        </p:nvCxnSpPr>
        <p:spPr>
          <a:xfrm>
            <a:off x="4695450" y="2306550"/>
            <a:ext cx="3971700" cy="0"/>
          </a:xfrm>
          <a:prstGeom prst="straightConnector1">
            <a:avLst/>
          </a:prstGeom>
          <a:noFill/>
          <a:ln cap="flat" cmpd="sng" w="19050">
            <a:solidFill>
              <a:schemeClr val="lt2"/>
            </a:solidFill>
            <a:prstDash val="solid"/>
            <a:round/>
            <a:headEnd len="med" w="med" type="none"/>
            <a:tailEnd len="med" w="med" type="none"/>
          </a:ln>
        </p:spPr>
      </p:cxnSp>
      <p:sp>
        <p:nvSpPr>
          <p:cNvPr id="709" name="Google Shape;709;p57"/>
          <p:cNvSpPr/>
          <p:nvPr>
            <p:ph idx="3" type="pic"/>
          </p:nvPr>
        </p:nvSpPr>
        <p:spPr>
          <a:xfrm rot="10800000">
            <a:off x="474125" y="1837225"/>
            <a:ext cx="2661000" cy="2834700"/>
          </a:xfrm>
          <a:prstGeom prst="rect">
            <a:avLst/>
          </a:prstGeom>
          <a:noFill/>
          <a:ln>
            <a:noFill/>
          </a:ln>
        </p:spPr>
      </p:sp>
      <p:cxnSp>
        <p:nvCxnSpPr>
          <p:cNvPr id="710" name="Google Shape;710;p57"/>
          <p:cNvCxnSpPr/>
          <p:nvPr/>
        </p:nvCxnSpPr>
        <p:spPr>
          <a:xfrm>
            <a:off x="3239550" y="2306550"/>
            <a:ext cx="5427600" cy="0"/>
          </a:xfrm>
          <a:prstGeom prst="straightConnector1">
            <a:avLst/>
          </a:prstGeom>
          <a:noFill/>
          <a:ln cap="flat" cmpd="sng" w="19050">
            <a:solidFill>
              <a:schemeClr val="lt1"/>
            </a:solidFill>
            <a:prstDash val="solid"/>
            <a:round/>
            <a:headEnd len="med" w="med" type="none"/>
            <a:tailEnd len="med" w="med" type="none"/>
          </a:ln>
        </p:spPr>
      </p:cxnSp>
      <p:sp>
        <p:nvSpPr>
          <p:cNvPr id="711" name="Google Shape;711;p57"/>
          <p:cNvSpPr txBox="1"/>
          <p:nvPr>
            <p:ph idx="4" type="body"/>
          </p:nvPr>
        </p:nvSpPr>
        <p:spPr>
          <a:xfrm>
            <a:off x="3242173" y="2398650"/>
            <a:ext cx="54276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712" name="Google Shape;712;p57"/>
          <p:cNvSpPr txBox="1"/>
          <p:nvPr>
            <p:ph idx="5" type="subTitle"/>
          </p:nvPr>
        </p:nvSpPr>
        <p:spPr>
          <a:xfrm>
            <a:off x="3242158"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 2 Images">
  <p:cSld name="TITLE_AND_TWO_COLUMNS_1_1">
    <p:bg>
      <p:bgPr>
        <a:solidFill>
          <a:schemeClr val="lt1"/>
        </a:solidFill>
      </p:bgPr>
    </p:bg>
    <p:spTree>
      <p:nvGrpSpPr>
        <p:cNvPr id="713" name="Shape 713"/>
        <p:cNvGrpSpPr/>
        <p:nvPr/>
      </p:nvGrpSpPr>
      <p:grpSpPr>
        <a:xfrm>
          <a:off x="0" y="0"/>
          <a:ext cx="0" cy="0"/>
          <a:chOff x="0" y="0"/>
          <a:chExt cx="0" cy="0"/>
        </a:xfrm>
      </p:grpSpPr>
      <p:sp>
        <p:nvSpPr>
          <p:cNvPr id="714" name="Google Shape;714;p58"/>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5" name="Google Shape;715;p5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16" name="Google Shape;716;p5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17" name="Google Shape;717;p58"/>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718" name="Google Shape;718;p58"/>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719" name="Google Shape;719;p58"/>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720" name="Google Shape;720;p58"/>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721" name="Google Shape;721;p58"/>
          <p:cNvSpPr/>
          <p:nvPr>
            <p:ph idx="3" type="pic"/>
          </p:nvPr>
        </p:nvSpPr>
        <p:spPr>
          <a:xfrm>
            <a:off x="474225" y="1837225"/>
            <a:ext cx="2661000" cy="1371600"/>
          </a:xfrm>
          <a:prstGeom prst="rect">
            <a:avLst/>
          </a:prstGeom>
          <a:noFill/>
          <a:ln>
            <a:noFill/>
          </a:ln>
        </p:spPr>
      </p:sp>
      <p:sp>
        <p:nvSpPr>
          <p:cNvPr id="722" name="Google Shape;722;p58"/>
          <p:cNvSpPr/>
          <p:nvPr>
            <p:ph idx="4" type="pic"/>
          </p:nvPr>
        </p:nvSpPr>
        <p:spPr>
          <a:xfrm>
            <a:off x="474225" y="3300325"/>
            <a:ext cx="2661000" cy="1371600"/>
          </a:xfrm>
          <a:prstGeom prst="rect">
            <a:avLst/>
          </a:prstGeom>
          <a:noFill/>
          <a:ln>
            <a:noFill/>
          </a:ln>
        </p:spPr>
      </p:sp>
      <p:cxnSp>
        <p:nvCxnSpPr>
          <p:cNvPr id="723" name="Google Shape;723;p58"/>
          <p:cNvCxnSpPr/>
          <p:nvPr/>
        </p:nvCxnSpPr>
        <p:spPr>
          <a:xfrm>
            <a:off x="3239550" y="2306550"/>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724" name="Google Shape;724;p58"/>
          <p:cNvCxnSpPr/>
          <p:nvPr/>
        </p:nvCxnSpPr>
        <p:spPr>
          <a:xfrm>
            <a:off x="3239550" y="2919833"/>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725" name="Google Shape;725;p58"/>
          <p:cNvCxnSpPr/>
          <p:nvPr/>
        </p:nvCxnSpPr>
        <p:spPr>
          <a:xfrm>
            <a:off x="3239550" y="3533117"/>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726" name="Google Shape;726;p58"/>
          <p:cNvCxnSpPr/>
          <p:nvPr/>
        </p:nvCxnSpPr>
        <p:spPr>
          <a:xfrm>
            <a:off x="3239550" y="4146400"/>
            <a:ext cx="5427600" cy="0"/>
          </a:xfrm>
          <a:prstGeom prst="straightConnector1">
            <a:avLst/>
          </a:prstGeom>
          <a:noFill/>
          <a:ln cap="flat" cmpd="sng" w="19050">
            <a:solidFill>
              <a:schemeClr val="lt2"/>
            </a:solidFill>
            <a:prstDash val="solid"/>
            <a:round/>
            <a:headEnd len="med" w="med" type="none"/>
            <a:tailEnd len="med" w="med" type="none"/>
          </a:ln>
        </p:spPr>
      </p:cxnSp>
      <p:sp>
        <p:nvSpPr>
          <p:cNvPr id="727" name="Google Shape;727;p58"/>
          <p:cNvSpPr txBox="1"/>
          <p:nvPr>
            <p:ph idx="5" type="body"/>
          </p:nvPr>
        </p:nvSpPr>
        <p:spPr>
          <a:xfrm>
            <a:off x="3600750" y="16931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28" name="Google Shape;728;p58"/>
          <p:cNvSpPr txBox="1"/>
          <p:nvPr>
            <p:ph idx="6" type="body"/>
          </p:nvPr>
        </p:nvSpPr>
        <p:spPr>
          <a:xfrm>
            <a:off x="3600750" y="2307163"/>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29" name="Google Shape;729;p58"/>
          <p:cNvSpPr txBox="1"/>
          <p:nvPr>
            <p:ph idx="7" type="body"/>
          </p:nvPr>
        </p:nvSpPr>
        <p:spPr>
          <a:xfrm>
            <a:off x="3600750" y="29212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30" name="Google Shape;730;p58"/>
          <p:cNvSpPr txBox="1"/>
          <p:nvPr>
            <p:ph idx="8" type="body"/>
          </p:nvPr>
        </p:nvSpPr>
        <p:spPr>
          <a:xfrm>
            <a:off x="3600750" y="35353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31" name="Google Shape;731;p58"/>
          <p:cNvSpPr txBox="1"/>
          <p:nvPr>
            <p:ph idx="9" type="body"/>
          </p:nvPr>
        </p:nvSpPr>
        <p:spPr>
          <a:xfrm>
            <a:off x="3600750" y="4149450"/>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 2 Images">
  <p:cSld name="TITLE_ONLY_1_1">
    <p:spTree>
      <p:nvGrpSpPr>
        <p:cNvPr id="732" name="Shape 732"/>
        <p:cNvGrpSpPr/>
        <p:nvPr/>
      </p:nvGrpSpPr>
      <p:grpSpPr>
        <a:xfrm>
          <a:off x="0" y="0"/>
          <a:ext cx="0" cy="0"/>
          <a:chOff x="0" y="0"/>
          <a:chExt cx="0" cy="0"/>
        </a:xfrm>
      </p:grpSpPr>
      <p:sp>
        <p:nvSpPr>
          <p:cNvPr id="733" name="Google Shape;733;p59"/>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4" name="Google Shape;734;p5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35" name="Google Shape;735;p5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6" name="Google Shape;736;p59"/>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37" name="Google Shape;737;p59"/>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38" name="Google Shape;738;p5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739" name="Google Shape;739;p59"/>
          <p:cNvCxnSpPr/>
          <p:nvPr/>
        </p:nvCxnSpPr>
        <p:spPr>
          <a:xfrm>
            <a:off x="476850" y="1693125"/>
            <a:ext cx="8190300" cy="0"/>
          </a:xfrm>
          <a:prstGeom prst="straightConnector1">
            <a:avLst/>
          </a:prstGeom>
          <a:noFill/>
          <a:ln cap="flat" cmpd="sng" w="19050">
            <a:solidFill>
              <a:schemeClr val="lt1"/>
            </a:solidFill>
            <a:prstDash val="solid"/>
            <a:round/>
            <a:headEnd len="med" w="med" type="none"/>
            <a:tailEnd len="med" w="med" type="none"/>
          </a:ln>
        </p:spPr>
      </p:cxnSp>
      <p:sp>
        <p:nvSpPr>
          <p:cNvPr id="740" name="Google Shape;740;p59"/>
          <p:cNvSpPr/>
          <p:nvPr>
            <p:ph idx="3" type="pic"/>
          </p:nvPr>
        </p:nvSpPr>
        <p:spPr>
          <a:xfrm>
            <a:off x="474225" y="1837225"/>
            <a:ext cx="2661000" cy="1371600"/>
          </a:xfrm>
          <a:prstGeom prst="rect">
            <a:avLst/>
          </a:prstGeom>
          <a:noFill/>
          <a:ln>
            <a:noFill/>
          </a:ln>
        </p:spPr>
      </p:sp>
      <p:sp>
        <p:nvSpPr>
          <p:cNvPr id="741" name="Google Shape;741;p59"/>
          <p:cNvSpPr/>
          <p:nvPr>
            <p:ph idx="4" type="pic"/>
          </p:nvPr>
        </p:nvSpPr>
        <p:spPr>
          <a:xfrm>
            <a:off x="474225" y="3300325"/>
            <a:ext cx="2661000" cy="1371600"/>
          </a:xfrm>
          <a:prstGeom prst="rect">
            <a:avLst/>
          </a:prstGeom>
          <a:noFill/>
          <a:ln>
            <a:noFill/>
          </a:ln>
        </p:spPr>
      </p:sp>
      <p:cxnSp>
        <p:nvCxnSpPr>
          <p:cNvPr id="742" name="Google Shape;742;p59"/>
          <p:cNvCxnSpPr/>
          <p:nvPr/>
        </p:nvCxnSpPr>
        <p:spPr>
          <a:xfrm>
            <a:off x="4695450" y="2306550"/>
            <a:ext cx="3971700" cy="0"/>
          </a:xfrm>
          <a:prstGeom prst="straightConnector1">
            <a:avLst/>
          </a:prstGeom>
          <a:noFill/>
          <a:ln cap="flat" cmpd="sng" w="19050">
            <a:solidFill>
              <a:schemeClr val="lt2"/>
            </a:solidFill>
            <a:prstDash val="solid"/>
            <a:round/>
            <a:headEnd len="med" w="med" type="none"/>
            <a:tailEnd len="med" w="med" type="none"/>
          </a:ln>
        </p:spPr>
      </p:cxnSp>
      <p:cxnSp>
        <p:nvCxnSpPr>
          <p:cNvPr id="743" name="Google Shape;743;p59"/>
          <p:cNvCxnSpPr/>
          <p:nvPr/>
        </p:nvCxnSpPr>
        <p:spPr>
          <a:xfrm>
            <a:off x="3239550" y="2306550"/>
            <a:ext cx="5427600" cy="0"/>
          </a:xfrm>
          <a:prstGeom prst="straightConnector1">
            <a:avLst/>
          </a:prstGeom>
          <a:noFill/>
          <a:ln cap="flat" cmpd="sng" w="19050">
            <a:solidFill>
              <a:schemeClr val="lt1"/>
            </a:solidFill>
            <a:prstDash val="solid"/>
            <a:round/>
            <a:headEnd len="med" w="med" type="none"/>
            <a:tailEnd len="med" w="med" type="none"/>
          </a:ln>
        </p:spPr>
      </p:cxnSp>
      <p:sp>
        <p:nvSpPr>
          <p:cNvPr id="744" name="Google Shape;744;p59"/>
          <p:cNvSpPr txBox="1"/>
          <p:nvPr>
            <p:ph idx="5" type="body"/>
          </p:nvPr>
        </p:nvSpPr>
        <p:spPr>
          <a:xfrm>
            <a:off x="3242173" y="2398650"/>
            <a:ext cx="54276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745" name="Google Shape;745;p59"/>
          <p:cNvSpPr txBox="1"/>
          <p:nvPr>
            <p:ph idx="6" type="subTitle"/>
          </p:nvPr>
        </p:nvSpPr>
        <p:spPr>
          <a:xfrm>
            <a:off x="3242158"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body text">
  <p:cSld name="ONE_COLUMN_TEXT">
    <p:bg>
      <p:bgPr>
        <a:solidFill>
          <a:schemeClr val="lt1"/>
        </a:solidFill>
      </p:bgPr>
    </p:bg>
    <p:spTree>
      <p:nvGrpSpPr>
        <p:cNvPr id="746" name="Shape 746"/>
        <p:cNvGrpSpPr/>
        <p:nvPr/>
      </p:nvGrpSpPr>
      <p:grpSpPr>
        <a:xfrm>
          <a:off x="0" y="0"/>
          <a:ext cx="0" cy="0"/>
          <a:chOff x="0" y="0"/>
          <a:chExt cx="0" cy="0"/>
        </a:xfrm>
      </p:grpSpPr>
      <p:sp>
        <p:nvSpPr>
          <p:cNvPr id="747" name="Google Shape;747;p60"/>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8" name="Google Shape;748;p60"/>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749" name="Google Shape;749;p60"/>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750" name="Google Shape;750;p6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51" name="Google Shape;751;p6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52" name="Google Shape;752;p60"/>
          <p:cNvSpPr txBox="1"/>
          <p:nvPr>
            <p:ph idx="3" type="body"/>
          </p:nvPr>
        </p:nvSpPr>
        <p:spPr>
          <a:xfrm>
            <a:off x="365625" y="794977"/>
            <a:ext cx="8412600" cy="1371600"/>
          </a:xfrm>
          <a:prstGeom prst="rect">
            <a:avLst/>
          </a:prstGeom>
        </p:spPr>
        <p:txBody>
          <a:bodyPr anchorCtr="0" anchor="t" bIns="91425" lIns="91425" spcFirstLastPara="1" rIns="91425" wrap="square" tIns="91425">
            <a:noAutofit/>
          </a:bodyPr>
          <a:lstStyle>
            <a:lvl1pPr indent="-546100" lvl="0" marL="4572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1pPr>
            <a:lvl2pPr indent="-546100" lvl="1" marL="9144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2pPr>
            <a:lvl3pPr indent="-546100" lvl="2" marL="13716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3pPr>
            <a:lvl4pPr indent="-546100" lvl="3" marL="18288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4pPr>
            <a:lvl5pPr indent="-546100" lvl="4" marL="22860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5pPr>
            <a:lvl6pPr indent="-546100" lvl="5" marL="27432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6pPr>
            <a:lvl7pPr indent="-546100" lvl="6" marL="32004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7pPr>
            <a:lvl8pPr indent="-546100" lvl="7" marL="36576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8pPr>
            <a:lvl9pPr indent="-546100" lvl="8" marL="41148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ore overview">
  <p:cSld name="ONE_COLUMN_TEXT_1">
    <p:bg>
      <p:bgPr>
        <a:solidFill>
          <a:schemeClr val="lt1"/>
        </a:solidFill>
      </p:bgPr>
    </p:bg>
    <p:spTree>
      <p:nvGrpSpPr>
        <p:cNvPr id="753" name="Shape 753"/>
        <p:cNvGrpSpPr/>
        <p:nvPr/>
      </p:nvGrpSpPr>
      <p:grpSpPr>
        <a:xfrm>
          <a:off x="0" y="0"/>
          <a:ext cx="0" cy="0"/>
          <a:chOff x="0" y="0"/>
          <a:chExt cx="0" cy="0"/>
        </a:xfrm>
      </p:grpSpPr>
      <p:sp>
        <p:nvSpPr>
          <p:cNvPr id="754" name="Google Shape;754;p6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755" name="Google Shape;755;p61"/>
          <p:cNvCxnSpPr/>
          <p:nvPr/>
        </p:nvCxnSpPr>
        <p:spPr>
          <a:xfrm>
            <a:off x="478850" y="230717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756" name="Google Shape;756;p61"/>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757" name="Google Shape;757;p61"/>
          <p:cNvCxnSpPr/>
          <p:nvPr/>
        </p:nvCxnSpPr>
        <p:spPr>
          <a:xfrm>
            <a:off x="479100" y="2921234"/>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758" name="Google Shape;758;p61"/>
          <p:cNvCxnSpPr/>
          <p:nvPr/>
        </p:nvCxnSpPr>
        <p:spPr>
          <a:xfrm>
            <a:off x="479100" y="3535292"/>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759" name="Google Shape;759;p61"/>
          <p:cNvCxnSpPr/>
          <p:nvPr/>
        </p:nvCxnSpPr>
        <p:spPr>
          <a:xfrm>
            <a:off x="479100" y="4149350"/>
            <a:ext cx="8190300" cy="0"/>
          </a:xfrm>
          <a:prstGeom prst="straightConnector1">
            <a:avLst/>
          </a:prstGeom>
          <a:noFill/>
          <a:ln cap="flat" cmpd="sng" w="19050">
            <a:solidFill>
              <a:schemeClr val="lt2"/>
            </a:solidFill>
            <a:prstDash val="solid"/>
            <a:round/>
            <a:headEnd len="med" w="med" type="none"/>
            <a:tailEnd len="med" w="med" type="none"/>
          </a:ln>
        </p:spPr>
      </p:cxnSp>
      <p:sp>
        <p:nvSpPr>
          <p:cNvPr id="760" name="Google Shape;760;p61"/>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761" name="Google Shape;761;p61"/>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762" name="Google Shape;762;p6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63" name="Google Shape;763;p6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4" name="Google Shape;764;p6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765" name="Google Shape;765;p61"/>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766" name="Google Shape;766;p61"/>
          <p:cNvSpPr txBox="1"/>
          <p:nvPr>
            <p:ph idx="3" type="body"/>
          </p:nvPr>
        </p:nvSpPr>
        <p:spPr>
          <a:xfrm>
            <a:off x="4630525" y="16931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67" name="Google Shape;767;p61"/>
          <p:cNvSpPr txBox="1"/>
          <p:nvPr>
            <p:ph idx="4" type="body"/>
          </p:nvPr>
        </p:nvSpPr>
        <p:spPr>
          <a:xfrm>
            <a:off x="4630525" y="2307163"/>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68" name="Google Shape;768;p61"/>
          <p:cNvSpPr txBox="1"/>
          <p:nvPr>
            <p:ph idx="5" type="body"/>
          </p:nvPr>
        </p:nvSpPr>
        <p:spPr>
          <a:xfrm>
            <a:off x="4630525" y="29212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69" name="Google Shape;769;p61"/>
          <p:cNvSpPr txBox="1"/>
          <p:nvPr>
            <p:ph idx="6" type="body"/>
          </p:nvPr>
        </p:nvSpPr>
        <p:spPr>
          <a:xfrm>
            <a:off x="4630525" y="35353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70" name="Google Shape;770;p61"/>
          <p:cNvSpPr txBox="1"/>
          <p:nvPr>
            <p:ph idx="7" type="body"/>
          </p:nvPr>
        </p:nvSpPr>
        <p:spPr>
          <a:xfrm>
            <a:off x="4630525" y="4149450"/>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71" name="Google Shape;771;p61"/>
          <p:cNvSpPr txBox="1"/>
          <p:nvPr>
            <p:ph idx="8" type="body"/>
          </p:nvPr>
        </p:nvSpPr>
        <p:spPr>
          <a:xfrm>
            <a:off x="396350" y="2307163"/>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72" name="Google Shape;772;p61"/>
          <p:cNvSpPr txBox="1"/>
          <p:nvPr>
            <p:ph idx="9" type="body"/>
          </p:nvPr>
        </p:nvSpPr>
        <p:spPr>
          <a:xfrm>
            <a:off x="396350" y="29212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73" name="Google Shape;773;p61"/>
          <p:cNvSpPr txBox="1"/>
          <p:nvPr>
            <p:ph idx="13" type="body"/>
          </p:nvPr>
        </p:nvSpPr>
        <p:spPr>
          <a:xfrm>
            <a:off x="396350" y="35353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74" name="Google Shape;774;p61"/>
          <p:cNvSpPr txBox="1"/>
          <p:nvPr>
            <p:ph idx="14" type="body"/>
          </p:nvPr>
        </p:nvSpPr>
        <p:spPr>
          <a:xfrm>
            <a:off x="396350" y="4149450"/>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775" name="Google Shape;775;p61"/>
          <p:cNvSpPr txBox="1"/>
          <p:nvPr>
            <p:ph idx="15" type="body"/>
          </p:nvPr>
        </p:nvSpPr>
        <p:spPr>
          <a:xfrm>
            <a:off x="396350" y="16931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776" name="Shape 776"/>
        <p:cNvGrpSpPr/>
        <p:nvPr/>
      </p:nvGrpSpPr>
      <p:grpSpPr>
        <a:xfrm>
          <a:off x="0" y="0"/>
          <a:ext cx="0" cy="0"/>
          <a:chOff x="0" y="0"/>
          <a:chExt cx="0" cy="0"/>
        </a:xfrm>
      </p:grpSpPr>
      <p:sp>
        <p:nvSpPr>
          <p:cNvPr id="777" name="Google Shape;777;p6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bg>
      <p:bgPr>
        <a:solidFill>
          <a:schemeClr val="dk1"/>
        </a:solidFill>
      </p:bgPr>
    </p:bg>
    <p:spTree>
      <p:nvGrpSpPr>
        <p:cNvPr id="778" name="Shape 778"/>
        <p:cNvGrpSpPr/>
        <p:nvPr/>
      </p:nvGrpSpPr>
      <p:grpSpPr>
        <a:xfrm>
          <a:off x="0" y="0"/>
          <a:ext cx="0" cy="0"/>
          <a:chOff x="0" y="0"/>
          <a:chExt cx="0" cy="0"/>
        </a:xfrm>
      </p:grpSpPr>
      <p:grpSp>
        <p:nvGrpSpPr>
          <p:cNvPr id="779" name="Google Shape;779;p63"/>
          <p:cNvGrpSpPr/>
          <p:nvPr/>
        </p:nvGrpSpPr>
        <p:grpSpPr>
          <a:xfrm>
            <a:off x="0" y="0"/>
            <a:ext cx="9144000" cy="5130000"/>
            <a:chOff x="0" y="0"/>
            <a:chExt cx="9144000" cy="5130000"/>
          </a:xfrm>
        </p:grpSpPr>
        <p:sp>
          <p:nvSpPr>
            <p:cNvPr id="780" name="Google Shape;780;p63"/>
            <p:cNvSpPr/>
            <p:nvPr/>
          </p:nvSpPr>
          <p:spPr>
            <a:xfrm flipH="1">
              <a:off x="175600" y="250800"/>
              <a:ext cx="8603100" cy="4529400"/>
            </a:xfrm>
            <a:prstGeom prst="snip2DiagRect">
              <a:avLst>
                <a:gd fmla="val 0" name="adj1"/>
                <a:gd fmla="val 20836"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781" name="Google Shape;781;p63"/>
            <p:cNvGrpSpPr/>
            <p:nvPr/>
          </p:nvGrpSpPr>
          <p:grpSpPr>
            <a:xfrm>
              <a:off x="0" y="0"/>
              <a:ext cx="9144000" cy="5130000"/>
              <a:chOff x="0" y="0"/>
              <a:chExt cx="9144000" cy="5130000"/>
            </a:xfrm>
          </p:grpSpPr>
          <p:sp>
            <p:nvSpPr>
              <p:cNvPr id="782" name="Google Shape;782;p63"/>
              <p:cNvSpPr/>
              <p:nvPr/>
            </p:nvSpPr>
            <p:spPr>
              <a:xfrm>
                <a:off x="0" y="0"/>
                <a:ext cx="1425000" cy="124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3" name="Google Shape;783;p63"/>
              <p:cNvSpPr/>
              <p:nvPr/>
            </p:nvSpPr>
            <p:spPr>
              <a:xfrm>
                <a:off x="0" y="0"/>
                <a:ext cx="9144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4" name="Google Shape;784;p63"/>
              <p:cNvSpPr/>
              <p:nvPr/>
            </p:nvSpPr>
            <p:spPr>
              <a:xfrm rot="5400000">
                <a:off x="-2383200" y="2383200"/>
                <a:ext cx="5130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785" name="Google Shape;785;p6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86" name="Google Shape;786;p63"/>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1pPr>
            <a:lvl2pPr lvl="1">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2pPr>
            <a:lvl3pPr lvl="2">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3pPr>
            <a:lvl4pPr lvl="3">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4pPr>
            <a:lvl5pPr lvl="4">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5pPr>
            <a:lvl6pPr lvl="5">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6pPr>
            <a:lvl7pPr lvl="6">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7pPr>
            <a:lvl8pPr lvl="7">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8pPr>
            <a:lvl9pPr lvl="8">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5">
    <p:spTree>
      <p:nvGrpSpPr>
        <p:cNvPr id="787" name="Shape 787"/>
        <p:cNvGrpSpPr/>
        <p:nvPr/>
      </p:nvGrpSpPr>
      <p:grpSpPr>
        <a:xfrm>
          <a:off x="0" y="0"/>
          <a:ext cx="0" cy="0"/>
          <a:chOff x="0" y="0"/>
          <a:chExt cx="0" cy="0"/>
        </a:xfrm>
      </p:grpSpPr>
      <p:sp>
        <p:nvSpPr>
          <p:cNvPr id="788" name="Google Shape;788;p6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89" name="Google Shape;789;p64"/>
          <p:cNvSpPr/>
          <p:nvPr/>
        </p:nvSpPr>
        <p:spPr>
          <a:xfrm>
            <a:off x="365550" y="363450"/>
            <a:ext cx="8412900" cy="4416600"/>
          </a:xfrm>
          <a:prstGeom prst="snip2DiagRect">
            <a:avLst>
              <a:gd fmla="val 0" name="adj1"/>
              <a:gd fmla="val 20836"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90" name="Google Shape;790;p64"/>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None/>
              <a:defRPr>
                <a:solidFill>
                  <a:schemeClr val="dk1"/>
                </a:solidFill>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791" name="Google Shape;791;p64"/>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2"/>
              </a:buClr>
              <a:buSzPts val="2000"/>
              <a:buChar char="●"/>
              <a:defRPr sz="2000">
                <a:solidFill>
                  <a:schemeClr val="dk2"/>
                </a:solidFill>
              </a:defRPr>
            </a:lvl1pPr>
            <a:lvl2pPr indent="-355600" lvl="1" marL="914400">
              <a:spcBef>
                <a:spcPts val="0"/>
              </a:spcBef>
              <a:spcAft>
                <a:spcPts val="0"/>
              </a:spcAft>
              <a:buClr>
                <a:schemeClr val="dk2"/>
              </a:buClr>
              <a:buSzPts val="2000"/>
              <a:buChar char="○"/>
              <a:defRPr sz="2000">
                <a:solidFill>
                  <a:schemeClr val="dk2"/>
                </a:solidFill>
              </a:defRPr>
            </a:lvl2pPr>
            <a:lvl3pPr indent="-355600" lvl="2" marL="1371600">
              <a:spcBef>
                <a:spcPts val="0"/>
              </a:spcBef>
              <a:spcAft>
                <a:spcPts val="0"/>
              </a:spcAft>
              <a:buClr>
                <a:schemeClr val="dk2"/>
              </a:buClr>
              <a:buSzPts val="2000"/>
              <a:buChar char="■"/>
              <a:defRPr sz="2000">
                <a:solidFill>
                  <a:schemeClr val="dk2"/>
                </a:solidFill>
              </a:defRPr>
            </a:lvl3pPr>
            <a:lvl4pPr indent="-355600" lvl="3" marL="1828800">
              <a:spcBef>
                <a:spcPts val="0"/>
              </a:spcBef>
              <a:spcAft>
                <a:spcPts val="0"/>
              </a:spcAft>
              <a:buClr>
                <a:schemeClr val="dk2"/>
              </a:buClr>
              <a:buSzPts val="2000"/>
              <a:buChar char="●"/>
              <a:defRPr sz="2000">
                <a:solidFill>
                  <a:schemeClr val="dk2"/>
                </a:solidFill>
              </a:defRPr>
            </a:lvl4pPr>
            <a:lvl5pPr indent="-355600" lvl="4" marL="2286000">
              <a:spcBef>
                <a:spcPts val="0"/>
              </a:spcBef>
              <a:spcAft>
                <a:spcPts val="0"/>
              </a:spcAft>
              <a:buClr>
                <a:schemeClr val="dk2"/>
              </a:buClr>
              <a:buSzPts val="2000"/>
              <a:buChar char="○"/>
              <a:defRPr sz="2000">
                <a:solidFill>
                  <a:schemeClr val="dk2"/>
                </a:solidFill>
              </a:defRPr>
            </a:lvl5pPr>
            <a:lvl6pPr indent="-355600" lvl="5" marL="2743200">
              <a:spcBef>
                <a:spcPts val="0"/>
              </a:spcBef>
              <a:spcAft>
                <a:spcPts val="0"/>
              </a:spcAft>
              <a:buClr>
                <a:schemeClr val="dk2"/>
              </a:buClr>
              <a:buSzPts val="2000"/>
              <a:buChar char="■"/>
              <a:defRPr sz="2000">
                <a:solidFill>
                  <a:schemeClr val="dk2"/>
                </a:solidFill>
              </a:defRPr>
            </a:lvl6pPr>
            <a:lvl7pPr indent="-355600" lvl="6" marL="3200400">
              <a:spcBef>
                <a:spcPts val="0"/>
              </a:spcBef>
              <a:spcAft>
                <a:spcPts val="0"/>
              </a:spcAft>
              <a:buClr>
                <a:schemeClr val="dk2"/>
              </a:buClr>
              <a:buSzPts val="2000"/>
              <a:buChar char="●"/>
              <a:defRPr sz="2000">
                <a:solidFill>
                  <a:schemeClr val="dk2"/>
                </a:solidFill>
              </a:defRPr>
            </a:lvl7pPr>
            <a:lvl8pPr indent="-355600" lvl="7" marL="3657600">
              <a:spcBef>
                <a:spcPts val="0"/>
              </a:spcBef>
              <a:spcAft>
                <a:spcPts val="0"/>
              </a:spcAft>
              <a:buClr>
                <a:schemeClr val="dk2"/>
              </a:buClr>
              <a:buSzPts val="2000"/>
              <a:buChar char="○"/>
              <a:defRPr sz="2000">
                <a:solidFill>
                  <a:schemeClr val="dk2"/>
                </a:solidFill>
              </a:defRPr>
            </a:lvl8pPr>
            <a:lvl9pPr indent="-355600" lvl="8" marL="4114800">
              <a:spcBef>
                <a:spcPts val="0"/>
              </a:spcBef>
              <a:spcAft>
                <a:spcPts val="0"/>
              </a:spcAft>
              <a:buClr>
                <a:schemeClr val="dk2"/>
              </a:buClr>
              <a:buSzPts val="2000"/>
              <a:buChar char="■"/>
              <a:defRPr sz="2000">
                <a:solidFill>
                  <a:schemeClr val="dk2"/>
                </a:solidFill>
              </a:defRPr>
            </a:lvl9pPr>
          </a:lstStyle>
          <a:p/>
        </p:txBody>
      </p:sp>
      <p:sp>
        <p:nvSpPr>
          <p:cNvPr id="792" name="Google Shape;792;p6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6">
    <p:spTree>
      <p:nvGrpSpPr>
        <p:cNvPr id="793" name="Shape 793"/>
        <p:cNvGrpSpPr/>
        <p:nvPr/>
      </p:nvGrpSpPr>
      <p:grpSpPr>
        <a:xfrm>
          <a:off x="0" y="0"/>
          <a:ext cx="0" cy="0"/>
          <a:chOff x="0" y="0"/>
          <a:chExt cx="0" cy="0"/>
        </a:xfrm>
      </p:grpSpPr>
      <p:sp>
        <p:nvSpPr>
          <p:cNvPr id="794" name="Google Shape;794;p6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95" name="Google Shape;795;p6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6" name="Google Shape;796;p6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7" name="Google Shape;797;p65"/>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798" name="Google Shape;798;p65"/>
          <p:cNvSpPr txBox="1"/>
          <p:nvPr>
            <p:ph idx="1" type="body"/>
          </p:nvPr>
        </p:nvSpPr>
        <p:spPr>
          <a:xfrm>
            <a:off x="478875"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799" name="Google Shape;799;p65"/>
          <p:cNvSpPr txBox="1"/>
          <p:nvPr>
            <p:ph idx="2" type="body"/>
          </p:nvPr>
        </p:nvSpPr>
        <p:spPr>
          <a:xfrm>
            <a:off x="4628700"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800" name="Google Shape;800;p65"/>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1">
    <p:spTree>
      <p:nvGrpSpPr>
        <p:cNvPr id="801" name="Shape 801"/>
        <p:cNvGrpSpPr/>
        <p:nvPr/>
      </p:nvGrpSpPr>
      <p:grpSpPr>
        <a:xfrm>
          <a:off x="0" y="0"/>
          <a:ext cx="0" cy="0"/>
          <a:chOff x="0" y="0"/>
          <a:chExt cx="0" cy="0"/>
        </a:xfrm>
      </p:grpSpPr>
      <p:sp>
        <p:nvSpPr>
          <p:cNvPr id="802" name="Google Shape;802;p6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03" name="Google Shape;803;p66"/>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04" name="Google Shape;804;p6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05" name="Google Shape;805;p66"/>
          <p:cNvSpPr txBox="1"/>
          <p:nvPr>
            <p:ph type="title"/>
          </p:nvPr>
        </p:nvSpPr>
        <p:spPr>
          <a:xfrm>
            <a:off x="1127850" y="2164800"/>
            <a:ext cx="6885300" cy="813900"/>
          </a:xfrm>
          <a:prstGeom prst="rect">
            <a:avLst/>
          </a:prstGeom>
        </p:spPr>
        <p:txBody>
          <a:bodyPr anchorCtr="0" anchor="ctr"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8">
    <p:spTree>
      <p:nvGrpSpPr>
        <p:cNvPr id="806" name="Shape 806"/>
        <p:cNvGrpSpPr/>
        <p:nvPr/>
      </p:nvGrpSpPr>
      <p:grpSpPr>
        <a:xfrm>
          <a:off x="0" y="0"/>
          <a:ext cx="0" cy="0"/>
          <a:chOff x="0" y="0"/>
          <a:chExt cx="0" cy="0"/>
        </a:xfrm>
      </p:grpSpPr>
      <p:sp>
        <p:nvSpPr>
          <p:cNvPr id="807" name="Google Shape;807;p6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08" name="Google Shape;808;p6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09" name="Google Shape;809;p67"/>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0" name="Google Shape;810;p6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811" name="Google Shape;811;p67"/>
          <p:cNvSpPr txBox="1"/>
          <p:nvPr>
            <p:ph idx="1" type="body"/>
          </p:nvPr>
        </p:nvSpPr>
        <p:spPr>
          <a:xfrm>
            <a:off x="478875" y="2398650"/>
            <a:ext cx="81903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812" name="Google Shape;812;p67"/>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813" name="Google Shape;813;p67"/>
          <p:cNvSpPr txBox="1"/>
          <p:nvPr>
            <p:ph idx="2" type="subTitle"/>
          </p:nvPr>
        </p:nvSpPr>
        <p:spPr>
          <a:xfrm>
            <a:off x="478863"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9">
    <p:bg>
      <p:bgPr>
        <a:solidFill>
          <a:schemeClr val="lt1"/>
        </a:solidFill>
      </p:bgPr>
    </p:bg>
    <p:spTree>
      <p:nvGrpSpPr>
        <p:cNvPr id="814" name="Shape 814"/>
        <p:cNvGrpSpPr/>
        <p:nvPr/>
      </p:nvGrpSpPr>
      <p:grpSpPr>
        <a:xfrm>
          <a:off x="0" y="0"/>
          <a:ext cx="0" cy="0"/>
          <a:chOff x="0" y="0"/>
          <a:chExt cx="0" cy="0"/>
        </a:xfrm>
      </p:grpSpPr>
      <p:grpSp>
        <p:nvGrpSpPr>
          <p:cNvPr id="815" name="Google Shape;815;p68"/>
          <p:cNvGrpSpPr/>
          <p:nvPr/>
        </p:nvGrpSpPr>
        <p:grpSpPr>
          <a:xfrm>
            <a:off x="0" y="0"/>
            <a:ext cx="9144000" cy="5130000"/>
            <a:chOff x="0" y="0"/>
            <a:chExt cx="9144000" cy="5130000"/>
          </a:xfrm>
        </p:grpSpPr>
        <p:sp>
          <p:nvSpPr>
            <p:cNvPr id="816" name="Google Shape;816;p68"/>
            <p:cNvSpPr/>
            <p:nvPr/>
          </p:nvSpPr>
          <p:spPr>
            <a:xfrm flipH="1">
              <a:off x="175600" y="250800"/>
              <a:ext cx="8603100" cy="4529400"/>
            </a:xfrm>
            <a:prstGeom prst="snip2DiagRect">
              <a:avLst>
                <a:gd fmla="val 0" name="adj1"/>
                <a:gd fmla="val 20836"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nvGrpSpPr>
            <p:cNvPr id="817" name="Google Shape;817;p68"/>
            <p:cNvGrpSpPr/>
            <p:nvPr/>
          </p:nvGrpSpPr>
          <p:grpSpPr>
            <a:xfrm>
              <a:off x="0" y="0"/>
              <a:ext cx="9144000" cy="5130000"/>
              <a:chOff x="0" y="0"/>
              <a:chExt cx="9144000" cy="5130000"/>
            </a:xfrm>
          </p:grpSpPr>
          <p:sp>
            <p:nvSpPr>
              <p:cNvPr id="818" name="Google Shape;818;p68"/>
              <p:cNvSpPr/>
              <p:nvPr/>
            </p:nvSpPr>
            <p:spPr>
              <a:xfrm>
                <a:off x="0" y="0"/>
                <a:ext cx="1425000" cy="124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9" name="Google Shape;819;p68"/>
              <p:cNvSpPr/>
              <p:nvPr/>
            </p:nvSpPr>
            <p:spPr>
              <a:xfrm>
                <a:off x="0" y="0"/>
                <a:ext cx="9144000" cy="36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0" name="Google Shape;820;p68"/>
              <p:cNvSpPr/>
              <p:nvPr/>
            </p:nvSpPr>
            <p:spPr>
              <a:xfrm rot="5400000">
                <a:off x="-2383200" y="2383200"/>
                <a:ext cx="5130000" cy="36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821" name="Google Shape;821;p6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22" name="Google Shape;822;p68"/>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1pPr>
            <a:lvl2pPr lvl="1">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2pPr>
            <a:lvl3pPr lvl="2">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3pPr>
            <a:lvl4pPr lvl="3">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4pPr>
            <a:lvl5pPr lvl="4">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5pPr>
            <a:lvl6pPr lvl="5">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6pPr>
            <a:lvl7pPr lvl="6">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7pPr>
            <a:lvl8pPr lvl="7">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8pPr>
            <a:lvl9pPr lvl="8">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0">
    <p:spTree>
      <p:nvGrpSpPr>
        <p:cNvPr id="823" name="Shape 823"/>
        <p:cNvGrpSpPr/>
        <p:nvPr/>
      </p:nvGrpSpPr>
      <p:grpSpPr>
        <a:xfrm>
          <a:off x="0" y="0"/>
          <a:ext cx="0" cy="0"/>
          <a:chOff x="0" y="0"/>
          <a:chExt cx="0" cy="0"/>
        </a:xfrm>
      </p:grpSpPr>
      <p:sp>
        <p:nvSpPr>
          <p:cNvPr id="824" name="Google Shape;824;p6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25" name="Google Shape;825;p69"/>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26" name="Google Shape;826;p6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7" name="Google Shape;827;p69"/>
          <p:cNvSpPr txBox="1"/>
          <p:nvPr>
            <p:ph type="title"/>
          </p:nvPr>
        </p:nvSpPr>
        <p:spPr>
          <a:xfrm>
            <a:off x="1127850" y="216480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828" name="Google Shape;828;p69"/>
          <p:cNvSpPr txBox="1"/>
          <p:nvPr>
            <p:ph idx="1" type="subTitle"/>
          </p:nvPr>
        </p:nvSpPr>
        <p:spPr>
          <a:xfrm>
            <a:off x="1127846" y="3242075"/>
            <a:ext cx="68853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_1">
    <p:spTree>
      <p:nvGrpSpPr>
        <p:cNvPr id="829" name="Shape 829"/>
        <p:cNvGrpSpPr/>
        <p:nvPr/>
      </p:nvGrpSpPr>
      <p:grpSpPr>
        <a:xfrm>
          <a:off x="0" y="0"/>
          <a:ext cx="0" cy="0"/>
          <a:chOff x="0" y="0"/>
          <a:chExt cx="0" cy="0"/>
        </a:xfrm>
      </p:grpSpPr>
      <p:sp>
        <p:nvSpPr>
          <p:cNvPr id="830" name="Google Shape;830;p7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31" name="Google Shape;831;p7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32" name="Google Shape;832;p70"/>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3" name="Google Shape;833;p70"/>
          <p:cNvSpPr txBox="1"/>
          <p:nvPr>
            <p:ph idx="1" type="body"/>
          </p:nvPr>
        </p:nvSpPr>
        <p:spPr>
          <a:xfrm>
            <a:off x="478875" y="476700"/>
            <a:ext cx="8190300" cy="4190400"/>
          </a:xfrm>
          <a:prstGeom prst="rect">
            <a:avLst/>
          </a:prstGeom>
        </p:spPr>
        <p:txBody>
          <a:bodyPr anchorCtr="0" anchor="b"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2">
    <p:bg>
      <p:bgPr>
        <a:solidFill>
          <a:schemeClr val="lt1"/>
        </a:solidFill>
      </p:bgPr>
    </p:bg>
    <p:spTree>
      <p:nvGrpSpPr>
        <p:cNvPr id="834" name="Shape 834"/>
        <p:cNvGrpSpPr/>
        <p:nvPr/>
      </p:nvGrpSpPr>
      <p:grpSpPr>
        <a:xfrm>
          <a:off x="0" y="0"/>
          <a:ext cx="0" cy="0"/>
          <a:chOff x="0" y="0"/>
          <a:chExt cx="0" cy="0"/>
        </a:xfrm>
      </p:grpSpPr>
      <p:sp>
        <p:nvSpPr>
          <p:cNvPr id="835" name="Google Shape;835;p7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36" name="Google Shape;836;p71"/>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37" name="Google Shape;837;p7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38" name="Google Shape;838;p71"/>
          <p:cNvSpPr txBox="1"/>
          <p:nvPr>
            <p:ph type="title"/>
          </p:nvPr>
        </p:nvSpPr>
        <p:spPr>
          <a:xfrm>
            <a:off x="365625" y="1430850"/>
            <a:ext cx="40365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sp>
        <p:nvSpPr>
          <p:cNvPr id="839" name="Google Shape;839;p71"/>
          <p:cNvSpPr txBox="1"/>
          <p:nvPr>
            <p:ph idx="1" type="body"/>
          </p:nvPr>
        </p:nvSpPr>
        <p:spPr>
          <a:xfrm>
            <a:off x="4628700" y="14308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1"/>
              </a:buClr>
              <a:buSzPts val="2000"/>
              <a:buFont typeface="DM Sans"/>
              <a:buChar char="●"/>
              <a:defRPr sz="2000">
                <a:solidFill>
                  <a:schemeClr val="dk1"/>
                </a:solidFill>
              </a:defRPr>
            </a:lvl1pPr>
            <a:lvl2pPr indent="-355600" lvl="1" marL="914400">
              <a:spcBef>
                <a:spcPts val="0"/>
              </a:spcBef>
              <a:spcAft>
                <a:spcPts val="0"/>
              </a:spcAft>
              <a:buClr>
                <a:schemeClr val="dk1"/>
              </a:buClr>
              <a:buSzPts val="2000"/>
              <a:buFont typeface="DM Sans"/>
              <a:buChar char="○"/>
              <a:defRPr sz="2000">
                <a:solidFill>
                  <a:schemeClr val="dk1"/>
                </a:solidFill>
              </a:defRPr>
            </a:lvl2pPr>
            <a:lvl3pPr indent="-355600" lvl="2" marL="1371600">
              <a:spcBef>
                <a:spcPts val="0"/>
              </a:spcBef>
              <a:spcAft>
                <a:spcPts val="0"/>
              </a:spcAft>
              <a:buClr>
                <a:schemeClr val="dk1"/>
              </a:buClr>
              <a:buSzPts val="2000"/>
              <a:buFont typeface="DM Sans"/>
              <a:buChar char="■"/>
              <a:defRPr sz="2000">
                <a:solidFill>
                  <a:schemeClr val="dk1"/>
                </a:solidFill>
              </a:defRPr>
            </a:lvl3pPr>
            <a:lvl4pPr indent="-355600" lvl="3" marL="1828800">
              <a:spcBef>
                <a:spcPts val="0"/>
              </a:spcBef>
              <a:spcAft>
                <a:spcPts val="0"/>
              </a:spcAft>
              <a:buClr>
                <a:schemeClr val="dk1"/>
              </a:buClr>
              <a:buSzPts val="2000"/>
              <a:buFont typeface="DM Sans"/>
              <a:buChar char="●"/>
              <a:defRPr sz="2000">
                <a:solidFill>
                  <a:schemeClr val="dk1"/>
                </a:solidFill>
              </a:defRPr>
            </a:lvl4pPr>
            <a:lvl5pPr indent="-355600" lvl="4" marL="2286000">
              <a:spcBef>
                <a:spcPts val="0"/>
              </a:spcBef>
              <a:spcAft>
                <a:spcPts val="0"/>
              </a:spcAft>
              <a:buClr>
                <a:schemeClr val="dk1"/>
              </a:buClr>
              <a:buSzPts val="2000"/>
              <a:buFont typeface="DM Sans"/>
              <a:buChar char="○"/>
              <a:defRPr sz="2000">
                <a:solidFill>
                  <a:schemeClr val="dk1"/>
                </a:solidFill>
              </a:defRPr>
            </a:lvl5pPr>
            <a:lvl6pPr indent="-355600" lvl="5" marL="2743200">
              <a:spcBef>
                <a:spcPts val="0"/>
              </a:spcBef>
              <a:spcAft>
                <a:spcPts val="0"/>
              </a:spcAft>
              <a:buClr>
                <a:schemeClr val="dk1"/>
              </a:buClr>
              <a:buSzPts val="2000"/>
              <a:buFont typeface="DM Sans"/>
              <a:buChar char="■"/>
              <a:defRPr sz="2000">
                <a:solidFill>
                  <a:schemeClr val="dk1"/>
                </a:solidFill>
              </a:defRPr>
            </a:lvl6pPr>
            <a:lvl7pPr indent="-355600" lvl="6" marL="3200400">
              <a:spcBef>
                <a:spcPts val="0"/>
              </a:spcBef>
              <a:spcAft>
                <a:spcPts val="0"/>
              </a:spcAft>
              <a:buClr>
                <a:schemeClr val="dk1"/>
              </a:buClr>
              <a:buSzPts val="2000"/>
              <a:buFont typeface="DM Sans"/>
              <a:buChar char="●"/>
              <a:defRPr sz="2000">
                <a:solidFill>
                  <a:schemeClr val="dk1"/>
                </a:solidFill>
              </a:defRPr>
            </a:lvl7pPr>
            <a:lvl8pPr indent="-355600" lvl="7" marL="3657600">
              <a:spcBef>
                <a:spcPts val="0"/>
              </a:spcBef>
              <a:spcAft>
                <a:spcPts val="0"/>
              </a:spcAft>
              <a:buClr>
                <a:schemeClr val="dk1"/>
              </a:buClr>
              <a:buSzPts val="2000"/>
              <a:buFont typeface="DM Sans"/>
              <a:buChar char="○"/>
              <a:defRPr sz="2000">
                <a:solidFill>
                  <a:schemeClr val="dk1"/>
                </a:solidFill>
              </a:defRPr>
            </a:lvl8pPr>
            <a:lvl9pPr indent="-355600" lvl="8" marL="4114800">
              <a:spcBef>
                <a:spcPts val="0"/>
              </a:spcBef>
              <a:spcAft>
                <a:spcPts val="0"/>
              </a:spcAft>
              <a:buClr>
                <a:schemeClr val="dk1"/>
              </a:buClr>
              <a:buSzPts val="2000"/>
              <a:buFont typeface="DM Sans"/>
              <a:buChar char="■"/>
              <a:defRPr sz="2000">
                <a:solidFill>
                  <a:schemeClr val="dk1"/>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8_2">
    <p:spTree>
      <p:nvGrpSpPr>
        <p:cNvPr id="840" name="Shape 840"/>
        <p:cNvGrpSpPr/>
        <p:nvPr/>
      </p:nvGrpSpPr>
      <p:grpSpPr>
        <a:xfrm>
          <a:off x="0" y="0"/>
          <a:ext cx="0" cy="0"/>
          <a:chOff x="0" y="0"/>
          <a:chExt cx="0" cy="0"/>
        </a:xfrm>
      </p:grpSpPr>
      <p:sp>
        <p:nvSpPr>
          <p:cNvPr id="841" name="Google Shape;841;p7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42" name="Google Shape;842;p7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43" name="Google Shape;843;p72"/>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4" name="Google Shape;844;p72"/>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845" name="Google Shape;845;p72"/>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846" name="Google Shape;846;p72"/>
          <p:cNvSpPr txBox="1"/>
          <p:nvPr>
            <p:ph idx="1" type="subTitle"/>
          </p:nvPr>
        </p:nvSpPr>
        <p:spPr>
          <a:xfrm>
            <a:off x="478875"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47" name="Google Shape;847;p72"/>
          <p:cNvSpPr txBox="1"/>
          <p:nvPr>
            <p:ph idx="2" type="subTitle"/>
          </p:nvPr>
        </p:nvSpPr>
        <p:spPr>
          <a:xfrm>
            <a:off x="3260538"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48" name="Google Shape;848;p72"/>
          <p:cNvSpPr txBox="1"/>
          <p:nvPr>
            <p:ph idx="3" type="subTitle"/>
          </p:nvPr>
        </p:nvSpPr>
        <p:spPr>
          <a:xfrm>
            <a:off x="6042225"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49" name="Google Shape;849;p72"/>
          <p:cNvSpPr txBox="1"/>
          <p:nvPr>
            <p:ph idx="4" type="subTitle"/>
          </p:nvPr>
        </p:nvSpPr>
        <p:spPr>
          <a:xfrm>
            <a:off x="478875"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50" name="Google Shape;850;p72"/>
          <p:cNvSpPr txBox="1"/>
          <p:nvPr>
            <p:ph idx="5" type="subTitle"/>
          </p:nvPr>
        </p:nvSpPr>
        <p:spPr>
          <a:xfrm>
            <a:off x="3260538"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51" name="Google Shape;851;p72"/>
          <p:cNvSpPr txBox="1"/>
          <p:nvPr>
            <p:ph idx="6" type="subTitle"/>
          </p:nvPr>
        </p:nvSpPr>
        <p:spPr>
          <a:xfrm>
            <a:off x="6042225"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_AND_TWO_COLUMNS_1_2">
    <p:bg>
      <p:bgPr>
        <a:solidFill>
          <a:schemeClr val="lt1"/>
        </a:solidFill>
      </p:bgPr>
    </p:bg>
    <p:spTree>
      <p:nvGrpSpPr>
        <p:cNvPr id="852" name="Shape 852"/>
        <p:cNvGrpSpPr/>
        <p:nvPr/>
      </p:nvGrpSpPr>
      <p:grpSpPr>
        <a:xfrm>
          <a:off x="0" y="0"/>
          <a:ext cx="0" cy="0"/>
          <a:chOff x="0" y="0"/>
          <a:chExt cx="0" cy="0"/>
        </a:xfrm>
      </p:grpSpPr>
      <p:sp>
        <p:nvSpPr>
          <p:cNvPr id="853" name="Google Shape;853;p73"/>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4" name="Google Shape;854;p73"/>
          <p:cNvSpPr/>
          <p:nvPr>
            <p:ph idx="2" type="pic"/>
          </p:nvPr>
        </p:nvSpPr>
        <p:spPr>
          <a:xfrm rot="10800000">
            <a:off x="474125" y="1837225"/>
            <a:ext cx="2661000" cy="2834700"/>
          </a:xfrm>
          <a:prstGeom prst="rect">
            <a:avLst/>
          </a:prstGeom>
          <a:noFill/>
          <a:ln>
            <a:noFill/>
          </a:ln>
        </p:spPr>
      </p:sp>
      <p:sp>
        <p:nvSpPr>
          <p:cNvPr id="855" name="Google Shape;855;p7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56" name="Google Shape;856;p7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57" name="Google Shape;857;p7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858" name="Google Shape;858;p73"/>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859" name="Google Shape;859;p73"/>
          <p:cNvSpPr txBox="1"/>
          <p:nvPr>
            <p:ph idx="1" type="body"/>
          </p:nvPr>
        </p:nvSpPr>
        <p:spPr>
          <a:xfrm>
            <a:off x="3600750" y="1693125"/>
            <a:ext cx="5066400" cy="614100"/>
          </a:xfrm>
          <a:prstGeom prst="rect">
            <a:avLst/>
          </a:prstGeom>
        </p:spPr>
        <p:txBody>
          <a:bodyPr anchorCtr="0" anchor="t"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6_1">
    <p:spTree>
      <p:nvGrpSpPr>
        <p:cNvPr id="860" name="Shape 860"/>
        <p:cNvGrpSpPr/>
        <p:nvPr/>
      </p:nvGrpSpPr>
      <p:grpSpPr>
        <a:xfrm>
          <a:off x="0" y="0"/>
          <a:ext cx="0" cy="0"/>
          <a:chOff x="0" y="0"/>
          <a:chExt cx="0" cy="0"/>
        </a:xfrm>
      </p:grpSpPr>
      <p:sp>
        <p:nvSpPr>
          <p:cNvPr id="861" name="Google Shape;861;p7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62" name="Google Shape;862;p7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63" name="Google Shape;863;p74"/>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4" name="Google Shape;864;p74"/>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865" name="Google Shape;865;p74"/>
          <p:cNvSpPr txBox="1"/>
          <p:nvPr>
            <p:ph idx="1" type="body"/>
          </p:nvPr>
        </p:nvSpPr>
        <p:spPr>
          <a:xfrm>
            <a:off x="478875"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66" name="Google Shape;866;p74"/>
          <p:cNvSpPr txBox="1"/>
          <p:nvPr>
            <p:ph idx="2" type="body"/>
          </p:nvPr>
        </p:nvSpPr>
        <p:spPr>
          <a:xfrm>
            <a:off x="4628700"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67" name="Google Shape;867;p74"/>
          <p:cNvSpPr txBox="1"/>
          <p:nvPr>
            <p:ph idx="3" type="subTitle"/>
          </p:nvPr>
        </p:nvSpPr>
        <p:spPr>
          <a:xfrm>
            <a:off x="478885"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68" name="Google Shape;868;p74"/>
          <p:cNvSpPr txBox="1"/>
          <p:nvPr>
            <p:ph idx="4" type="subTitle"/>
          </p:nvPr>
        </p:nvSpPr>
        <p:spPr>
          <a:xfrm>
            <a:off x="4628700"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869" name="Google Shape;869;p74"/>
          <p:cNvCxnSpPr/>
          <p:nvPr/>
        </p:nvCxnSpPr>
        <p:spPr>
          <a:xfrm>
            <a:off x="47685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870" name="Google Shape;870;p74"/>
          <p:cNvCxnSpPr/>
          <p:nvPr/>
        </p:nvCxnSpPr>
        <p:spPr>
          <a:xfrm>
            <a:off x="4613100" y="2306550"/>
            <a:ext cx="40521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6_1_1">
    <p:spTree>
      <p:nvGrpSpPr>
        <p:cNvPr id="871" name="Shape 871"/>
        <p:cNvGrpSpPr/>
        <p:nvPr/>
      </p:nvGrpSpPr>
      <p:grpSpPr>
        <a:xfrm>
          <a:off x="0" y="0"/>
          <a:ext cx="0" cy="0"/>
          <a:chOff x="0" y="0"/>
          <a:chExt cx="0" cy="0"/>
        </a:xfrm>
      </p:grpSpPr>
      <p:sp>
        <p:nvSpPr>
          <p:cNvPr id="872" name="Google Shape;872;p75"/>
          <p:cNvSpPr txBox="1"/>
          <p:nvPr>
            <p:ph idx="1" type="subTitle"/>
          </p:nvPr>
        </p:nvSpPr>
        <p:spPr>
          <a:xfrm>
            <a:off x="478875"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73" name="Google Shape;873;p7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74" name="Google Shape;874;p7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75" name="Google Shape;875;p7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6" name="Google Shape;876;p75"/>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877" name="Google Shape;877;p75"/>
          <p:cNvSpPr txBox="1"/>
          <p:nvPr>
            <p:ph idx="2" type="body"/>
          </p:nvPr>
        </p:nvSpPr>
        <p:spPr>
          <a:xfrm>
            <a:off x="478875"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78" name="Google Shape;878;p75"/>
          <p:cNvSpPr txBox="1"/>
          <p:nvPr>
            <p:ph idx="3" type="body"/>
          </p:nvPr>
        </p:nvSpPr>
        <p:spPr>
          <a:xfrm>
            <a:off x="6042300"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879" name="Google Shape;879;p75"/>
          <p:cNvCxnSpPr/>
          <p:nvPr/>
        </p:nvCxnSpPr>
        <p:spPr>
          <a:xfrm>
            <a:off x="476850" y="2306550"/>
            <a:ext cx="2623200" cy="0"/>
          </a:xfrm>
          <a:prstGeom prst="straightConnector1">
            <a:avLst/>
          </a:prstGeom>
          <a:noFill/>
          <a:ln cap="flat" cmpd="sng" w="19050">
            <a:solidFill>
              <a:schemeClr val="lt1"/>
            </a:solidFill>
            <a:prstDash val="solid"/>
            <a:round/>
            <a:headEnd len="med" w="med" type="none"/>
            <a:tailEnd len="med" w="med" type="none"/>
          </a:ln>
        </p:spPr>
      </p:cxnSp>
      <p:sp>
        <p:nvSpPr>
          <p:cNvPr id="880" name="Google Shape;880;p75"/>
          <p:cNvSpPr txBox="1"/>
          <p:nvPr>
            <p:ph idx="4" type="subTitle"/>
          </p:nvPr>
        </p:nvSpPr>
        <p:spPr>
          <a:xfrm>
            <a:off x="3260538"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81" name="Google Shape;881;p75"/>
          <p:cNvSpPr txBox="1"/>
          <p:nvPr>
            <p:ph idx="5" type="subTitle"/>
          </p:nvPr>
        </p:nvSpPr>
        <p:spPr>
          <a:xfrm>
            <a:off x="6042225"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82" name="Google Shape;882;p75"/>
          <p:cNvSpPr txBox="1"/>
          <p:nvPr>
            <p:ph idx="6" type="body"/>
          </p:nvPr>
        </p:nvSpPr>
        <p:spPr>
          <a:xfrm>
            <a:off x="3260588"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883" name="Google Shape;883;p75"/>
          <p:cNvCxnSpPr/>
          <p:nvPr/>
        </p:nvCxnSpPr>
        <p:spPr>
          <a:xfrm>
            <a:off x="3260538" y="2306550"/>
            <a:ext cx="2623200" cy="0"/>
          </a:xfrm>
          <a:prstGeom prst="straightConnector1">
            <a:avLst/>
          </a:prstGeom>
          <a:noFill/>
          <a:ln cap="flat" cmpd="sng" w="19050">
            <a:solidFill>
              <a:schemeClr val="lt1"/>
            </a:solidFill>
            <a:prstDash val="solid"/>
            <a:round/>
            <a:headEnd len="med" w="med" type="none"/>
            <a:tailEnd len="med" w="med" type="none"/>
          </a:ln>
        </p:spPr>
      </p:cxnSp>
      <p:cxnSp>
        <p:nvCxnSpPr>
          <p:cNvPr id="884" name="Google Shape;884;p75"/>
          <p:cNvCxnSpPr/>
          <p:nvPr/>
        </p:nvCxnSpPr>
        <p:spPr>
          <a:xfrm>
            <a:off x="6042225" y="2306550"/>
            <a:ext cx="26232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6_1_2">
    <p:spTree>
      <p:nvGrpSpPr>
        <p:cNvPr id="885" name="Shape 885"/>
        <p:cNvGrpSpPr/>
        <p:nvPr/>
      </p:nvGrpSpPr>
      <p:grpSpPr>
        <a:xfrm>
          <a:off x="0" y="0"/>
          <a:ext cx="0" cy="0"/>
          <a:chOff x="0" y="0"/>
          <a:chExt cx="0" cy="0"/>
        </a:xfrm>
      </p:grpSpPr>
      <p:sp>
        <p:nvSpPr>
          <p:cNvPr id="886" name="Google Shape;886;p7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87" name="Google Shape;887;p7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88" name="Google Shape;888;p76"/>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9" name="Google Shape;889;p76"/>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890" name="Google Shape;890;p76"/>
          <p:cNvSpPr txBox="1"/>
          <p:nvPr>
            <p:ph idx="1" type="body"/>
          </p:nvPr>
        </p:nvSpPr>
        <p:spPr>
          <a:xfrm>
            <a:off x="478875" y="23986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91" name="Google Shape;891;p76"/>
          <p:cNvSpPr txBox="1"/>
          <p:nvPr>
            <p:ph idx="2" type="body"/>
          </p:nvPr>
        </p:nvSpPr>
        <p:spPr>
          <a:xfrm>
            <a:off x="4628700" y="23986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92" name="Google Shape;892;p76"/>
          <p:cNvSpPr txBox="1"/>
          <p:nvPr>
            <p:ph idx="3" type="subTitle"/>
          </p:nvPr>
        </p:nvSpPr>
        <p:spPr>
          <a:xfrm>
            <a:off x="478885"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93" name="Google Shape;893;p76"/>
          <p:cNvSpPr txBox="1"/>
          <p:nvPr>
            <p:ph idx="4" type="subTitle"/>
          </p:nvPr>
        </p:nvSpPr>
        <p:spPr>
          <a:xfrm>
            <a:off x="4628700"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94" name="Google Shape;894;p76"/>
          <p:cNvSpPr txBox="1"/>
          <p:nvPr>
            <p:ph idx="5" type="body"/>
          </p:nvPr>
        </p:nvSpPr>
        <p:spPr>
          <a:xfrm>
            <a:off x="478875" y="38937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95" name="Google Shape;895;p76"/>
          <p:cNvSpPr txBox="1"/>
          <p:nvPr>
            <p:ph idx="6" type="body"/>
          </p:nvPr>
        </p:nvSpPr>
        <p:spPr>
          <a:xfrm>
            <a:off x="4628700" y="38937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896" name="Google Shape;896;p76"/>
          <p:cNvSpPr txBox="1"/>
          <p:nvPr>
            <p:ph idx="7" type="subTitle"/>
          </p:nvPr>
        </p:nvSpPr>
        <p:spPr>
          <a:xfrm>
            <a:off x="478885" y="32810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897" name="Google Shape;897;p76"/>
          <p:cNvSpPr txBox="1"/>
          <p:nvPr>
            <p:ph idx="8" type="subTitle"/>
          </p:nvPr>
        </p:nvSpPr>
        <p:spPr>
          <a:xfrm>
            <a:off x="4628700" y="32810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898" name="Google Shape;898;p76"/>
          <p:cNvCxnSpPr/>
          <p:nvPr/>
        </p:nvCxnSpPr>
        <p:spPr>
          <a:xfrm>
            <a:off x="47685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899" name="Google Shape;899;p76"/>
          <p:cNvCxnSpPr/>
          <p:nvPr/>
        </p:nvCxnSpPr>
        <p:spPr>
          <a:xfrm>
            <a:off x="461310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900" name="Google Shape;900;p76"/>
          <p:cNvCxnSpPr/>
          <p:nvPr/>
        </p:nvCxnSpPr>
        <p:spPr>
          <a:xfrm>
            <a:off x="477825" y="38016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901" name="Google Shape;901;p76"/>
          <p:cNvCxnSpPr/>
          <p:nvPr/>
        </p:nvCxnSpPr>
        <p:spPr>
          <a:xfrm>
            <a:off x="4614075" y="3801650"/>
            <a:ext cx="40521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AND_TWO_COLUMNS_1_2_1">
    <p:bg>
      <p:bgPr>
        <a:solidFill>
          <a:schemeClr val="lt1"/>
        </a:solidFill>
      </p:bgPr>
    </p:bg>
    <p:spTree>
      <p:nvGrpSpPr>
        <p:cNvPr id="902" name="Shape 902"/>
        <p:cNvGrpSpPr/>
        <p:nvPr/>
      </p:nvGrpSpPr>
      <p:grpSpPr>
        <a:xfrm>
          <a:off x="0" y="0"/>
          <a:ext cx="0" cy="0"/>
          <a:chOff x="0" y="0"/>
          <a:chExt cx="0" cy="0"/>
        </a:xfrm>
      </p:grpSpPr>
      <p:sp>
        <p:nvSpPr>
          <p:cNvPr id="903" name="Google Shape;903;p77"/>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04" name="Google Shape;904;p77"/>
          <p:cNvSpPr/>
          <p:nvPr>
            <p:ph idx="2" type="pic"/>
          </p:nvPr>
        </p:nvSpPr>
        <p:spPr>
          <a:xfrm rot="10800000">
            <a:off x="474175" y="1837225"/>
            <a:ext cx="8190600" cy="2834700"/>
          </a:xfrm>
          <a:prstGeom prst="rect">
            <a:avLst/>
          </a:prstGeom>
          <a:noFill/>
          <a:ln>
            <a:noFill/>
          </a:ln>
        </p:spPr>
      </p:sp>
      <p:sp>
        <p:nvSpPr>
          <p:cNvPr id="905" name="Google Shape;905;p7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06" name="Google Shape;906;p7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07" name="Google Shape;907;p7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908" name="Google Shape;908;p77"/>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3">
    <p:spTree>
      <p:nvGrpSpPr>
        <p:cNvPr id="909" name="Shape 909"/>
        <p:cNvGrpSpPr/>
        <p:nvPr/>
      </p:nvGrpSpPr>
      <p:grpSpPr>
        <a:xfrm>
          <a:off x="0" y="0"/>
          <a:ext cx="0" cy="0"/>
          <a:chOff x="0" y="0"/>
          <a:chExt cx="0" cy="0"/>
        </a:xfrm>
      </p:grpSpPr>
      <p:sp>
        <p:nvSpPr>
          <p:cNvPr id="910" name="Google Shape;910;p7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11" name="Google Shape;911;p7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2" name="Google Shape;912;p78"/>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13" name="Google Shape;913;p78"/>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SzPts val="3500"/>
              <a:buFont typeface="Chakra Petch Medium"/>
              <a:buNone/>
              <a:defRPr sz="3500"/>
            </a:lvl1pPr>
            <a:lvl2pPr lvl="1">
              <a:spcBef>
                <a:spcPts val="0"/>
              </a:spcBef>
              <a:spcAft>
                <a:spcPts val="0"/>
              </a:spcAft>
              <a:buSzPts val="4500"/>
              <a:buFont typeface="Chakra Petch Medium"/>
              <a:buNone/>
              <a:defRPr sz="4500"/>
            </a:lvl2pPr>
            <a:lvl3pPr lvl="2">
              <a:spcBef>
                <a:spcPts val="0"/>
              </a:spcBef>
              <a:spcAft>
                <a:spcPts val="0"/>
              </a:spcAft>
              <a:buSzPts val="4500"/>
              <a:buFont typeface="Chakra Petch Medium"/>
              <a:buNone/>
              <a:defRPr sz="4500"/>
            </a:lvl3pPr>
            <a:lvl4pPr lvl="3">
              <a:spcBef>
                <a:spcPts val="0"/>
              </a:spcBef>
              <a:spcAft>
                <a:spcPts val="0"/>
              </a:spcAft>
              <a:buSzPts val="4500"/>
              <a:buFont typeface="Chakra Petch Medium"/>
              <a:buNone/>
              <a:defRPr sz="4500"/>
            </a:lvl4pPr>
            <a:lvl5pPr lvl="4">
              <a:spcBef>
                <a:spcPts val="0"/>
              </a:spcBef>
              <a:spcAft>
                <a:spcPts val="0"/>
              </a:spcAft>
              <a:buSzPts val="4500"/>
              <a:buFont typeface="Chakra Petch Medium"/>
              <a:buNone/>
              <a:defRPr sz="4500"/>
            </a:lvl5pPr>
            <a:lvl6pPr lvl="5">
              <a:spcBef>
                <a:spcPts val="0"/>
              </a:spcBef>
              <a:spcAft>
                <a:spcPts val="0"/>
              </a:spcAft>
              <a:buSzPts val="4500"/>
              <a:buFont typeface="Chakra Petch Medium"/>
              <a:buNone/>
              <a:defRPr sz="4500"/>
            </a:lvl6pPr>
            <a:lvl7pPr lvl="6">
              <a:spcBef>
                <a:spcPts val="0"/>
              </a:spcBef>
              <a:spcAft>
                <a:spcPts val="0"/>
              </a:spcAft>
              <a:buSzPts val="4500"/>
              <a:buFont typeface="Chakra Petch Medium"/>
              <a:buNone/>
              <a:defRPr sz="4500"/>
            </a:lvl7pPr>
            <a:lvl8pPr lvl="7">
              <a:spcBef>
                <a:spcPts val="0"/>
              </a:spcBef>
              <a:spcAft>
                <a:spcPts val="0"/>
              </a:spcAft>
              <a:buSzPts val="4500"/>
              <a:buFont typeface="Chakra Petch Medium"/>
              <a:buNone/>
              <a:defRPr sz="4500"/>
            </a:lvl8pPr>
            <a:lvl9pPr lvl="8">
              <a:spcBef>
                <a:spcPts val="0"/>
              </a:spcBef>
              <a:spcAft>
                <a:spcPts val="0"/>
              </a:spcAft>
              <a:buSzPts val="4500"/>
              <a:buFont typeface="Chakra Petch Medium"/>
              <a:buNone/>
              <a:defRPr sz="4500"/>
            </a:lvl9pPr>
          </a:lstStyle>
          <a:p/>
        </p:txBody>
      </p:sp>
      <p:sp>
        <p:nvSpPr>
          <p:cNvPr id="914" name="Google Shape;914;p78"/>
          <p:cNvSpPr/>
          <p:nvPr>
            <p:ph idx="2" type="pic"/>
          </p:nvPr>
        </p:nvSpPr>
        <p:spPr>
          <a:xfrm rot="10800000">
            <a:off x="4611300" y="1290400"/>
            <a:ext cx="4053900" cy="1611300"/>
          </a:xfrm>
          <a:prstGeom prst="rect">
            <a:avLst/>
          </a:prstGeom>
          <a:noFill/>
          <a:ln>
            <a:noFill/>
          </a:ln>
        </p:spPr>
      </p:sp>
      <p:sp>
        <p:nvSpPr>
          <p:cNvPr id="915" name="Google Shape;915;p78"/>
          <p:cNvSpPr txBox="1"/>
          <p:nvPr>
            <p:ph idx="1" type="body"/>
          </p:nvPr>
        </p:nvSpPr>
        <p:spPr>
          <a:xfrm>
            <a:off x="478875" y="1903150"/>
            <a:ext cx="40365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916" name="Google Shape;916;p78"/>
          <p:cNvSpPr txBox="1"/>
          <p:nvPr>
            <p:ph idx="3" type="subTitle"/>
          </p:nvPr>
        </p:nvSpPr>
        <p:spPr>
          <a:xfrm>
            <a:off x="478885" y="12904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917" name="Google Shape;917;p78"/>
          <p:cNvSpPr txBox="1"/>
          <p:nvPr>
            <p:ph idx="4" type="body"/>
          </p:nvPr>
        </p:nvSpPr>
        <p:spPr>
          <a:xfrm>
            <a:off x="4628700" y="3668300"/>
            <a:ext cx="40365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918" name="Google Shape;918;p78"/>
          <p:cNvSpPr txBox="1"/>
          <p:nvPr>
            <p:ph idx="5" type="subTitle"/>
          </p:nvPr>
        </p:nvSpPr>
        <p:spPr>
          <a:xfrm>
            <a:off x="4628700" y="305555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919" name="Google Shape;919;p78"/>
          <p:cNvCxnSpPr/>
          <p:nvPr/>
        </p:nvCxnSpPr>
        <p:spPr>
          <a:xfrm>
            <a:off x="476850" y="18110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920" name="Google Shape;920;p78"/>
          <p:cNvCxnSpPr/>
          <p:nvPr/>
        </p:nvCxnSpPr>
        <p:spPr>
          <a:xfrm>
            <a:off x="4614075" y="3576200"/>
            <a:ext cx="4052100" cy="0"/>
          </a:xfrm>
          <a:prstGeom prst="straightConnector1">
            <a:avLst/>
          </a:prstGeom>
          <a:noFill/>
          <a:ln cap="flat" cmpd="sng" w="19050">
            <a:solidFill>
              <a:schemeClr val="lt1"/>
            </a:solidFill>
            <a:prstDash val="solid"/>
            <a:round/>
            <a:headEnd len="med" w="med" type="none"/>
            <a:tailEnd len="med" w="med" type="none"/>
          </a:ln>
        </p:spPr>
      </p:cxnSp>
      <p:sp>
        <p:nvSpPr>
          <p:cNvPr id="921" name="Google Shape;921;p78"/>
          <p:cNvSpPr/>
          <p:nvPr>
            <p:ph idx="6" type="pic"/>
          </p:nvPr>
        </p:nvSpPr>
        <p:spPr>
          <a:xfrm rot="10800000">
            <a:off x="470175" y="3055550"/>
            <a:ext cx="4053900" cy="1611300"/>
          </a:xfrm>
          <a:prstGeom prst="rect">
            <a:avLst/>
          </a:prstGeom>
          <a:no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3_1">
    <p:spTree>
      <p:nvGrpSpPr>
        <p:cNvPr id="922" name="Shape 922"/>
        <p:cNvGrpSpPr/>
        <p:nvPr/>
      </p:nvGrpSpPr>
      <p:grpSpPr>
        <a:xfrm>
          <a:off x="0" y="0"/>
          <a:ext cx="0" cy="0"/>
          <a:chOff x="0" y="0"/>
          <a:chExt cx="0" cy="0"/>
        </a:xfrm>
      </p:grpSpPr>
      <p:sp>
        <p:nvSpPr>
          <p:cNvPr id="923" name="Google Shape;923;p79"/>
          <p:cNvSpPr txBox="1"/>
          <p:nvPr>
            <p:ph idx="1" type="body"/>
          </p:nvPr>
        </p:nvSpPr>
        <p:spPr>
          <a:xfrm>
            <a:off x="478875"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924" name="Google Shape;924;p79"/>
          <p:cNvSpPr txBox="1"/>
          <p:nvPr>
            <p:ph idx="2" type="body"/>
          </p:nvPr>
        </p:nvSpPr>
        <p:spPr>
          <a:xfrm>
            <a:off x="6042300"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925" name="Google Shape;925;p79"/>
          <p:cNvSpPr txBox="1"/>
          <p:nvPr>
            <p:ph idx="3" type="body"/>
          </p:nvPr>
        </p:nvSpPr>
        <p:spPr>
          <a:xfrm>
            <a:off x="3260588"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926" name="Google Shape;926;p7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27" name="Google Shape;927;p7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8" name="Google Shape;928;p79"/>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29" name="Google Shape;929;p79"/>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SzPts val="3500"/>
              <a:buFont typeface="Chakra Petch Medium"/>
              <a:buNone/>
              <a:defRPr sz="3500"/>
            </a:lvl1pPr>
            <a:lvl2pPr lvl="1">
              <a:spcBef>
                <a:spcPts val="0"/>
              </a:spcBef>
              <a:spcAft>
                <a:spcPts val="0"/>
              </a:spcAft>
              <a:buSzPts val="4500"/>
              <a:buFont typeface="Chakra Petch Medium"/>
              <a:buNone/>
              <a:defRPr sz="4500"/>
            </a:lvl2pPr>
            <a:lvl3pPr lvl="2">
              <a:spcBef>
                <a:spcPts val="0"/>
              </a:spcBef>
              <a:spcAft>
                <a:spcPts val="0"/>
              </a:spcAft>
              <a:buSzPts val="4500"/>
              <a:buFont typeface="Chakra Petch Medium"/>
              <a:buNone/>
              <a:defRPr sz="4500"/>
            </a:lvl3pPr>
            <a:lvl4pPr lvl="3">
              <a:spcBef>
                <a:spcPts val="0"/>
              </a:spcBef>
              <a:spcAft>
                <a:spcPts val="0"/>
              </a:spcAft>
              <a:buSzPts val="4500"/>
              <a:buFont typeface="Chakra Petch Medium"/>
              <a:buNone/>
              <a:defRPr sz="4500"/>
            </a:lvl4pPr>
            <a:lvl5pPr lvl="4">
              <a:spcBef>
                <a:spcPts val="0"/>
              </a:spcBef>
              <a:spcAft>
                <a:spcPts val="0"/>
              </a:spcAft>
              <a:buSzPts val="4500"/>
              <a:buFont typeface="Chakra Petch Medium"/>
              <a:buNone/>
              <a:defRPr sz="4500"/>
            </a:lvl5pPr>
            <a:lvl6pPr lvl="5">
              <a:spcBef>
                <a:spcPts val="0"/>
              </a:spcBef>
              <a:spcAft>
                <a:spcPts val="0"/>
              </a:spcAft>
              <a:buSzPts val="4500"/>
              <a:buFont typeface="Chakra Petch Medium"/>
              <a:buNone/>
              <a:defRPr sz="4500"/>
            </a:lvl6pPr>
            <a:lvl7pPr lvl="6">
              <a:spcBef>
                <a:spcPts val="0"/>
              </a:spcBef>
              <a:spcAft>
                <a:spcPts val="0"/>
              </a:spcAft>
              <a:buSzPts val="4500"/>
              <a:buFont typeface="Chakra Petch Medium"/>
              <a:buNone/>
              <a:defRPr sz="4500"/>
            </a:lvl7pPr>
            <a:lvl8pPr lvl="7">
              <a:spcBef>
                <a:spcPts val="0"/>
              </a:spcBef>
              <a:spcAft>
                <a:spcPts val="0"/>
              </a:spcAft>
              <a:buSzPts val="4500"/>
              <a:buFont typeface="Chakra Petch Medium"/>
              <a:buNone/>
              <a:defRPr sz="4500"/>
            </a:lvl8pPr>
            <a:lvl9pPr lvl="8">
              <a:spcBef>
                <a:spcPts val="0"/>
              </a:spcBef>
              <a:spcAft>
                <a:spcPts val="0"/>
              </a:spcAft>
              <a:buSzPts val="4500"/>
              <a:buFont typeface="Chakra Petch Medium"/>
              <a:buNone/>
              <a:defRPr sz="4500"/>
            </a:lvl9pPr>
          </a:lstStyle>
          <a:p/>
        </p:txBody>
      </p:sp>
      <p:sp>
        <p:nvSpPr>
          <p:cNvPr id="930" name="Google Shape;930;p79"/>
          <p:cNvSpPr/>
          <p:nvPr>
            <p:ph idx="4" type="pic"/>
          </p:nvPr>
        </p:nvSpPr>
        <p:spPr>
          <a:xfrm rot="10800000">
            <a:off x="470275" y="3055550"/>
            <a:ext cx="2618700" cy="1611300"/>
          </a:xfrm>
          <a:prstGeom prst="rect">
            <a:avLst/>
          </a:prstGeom>
          <a:noFill/>
          <a:ln>
            <a:noFill/>
          </a:ln>
        </p:spPr>
      </p:sp>
      <p:sp>
        <p:nvSpPr>
          <p:cNvPr id="931" name="Google Shape;931;p79"/>
          <p:cNvSpPr txBox="1"/>
          <p:nvPr>
            <p:ph idx="5" type="subTitle"/>
          </p:nvPr>
        </p:nvSpPr>
        <p:spPr>
          <a:xfrm>
            <a:off x="478875"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932" name="Google Shape;932;p79"/>
          <p:cNvCxnSpPr/>
          <p:nvPr/>
        </p:nvCxnSpPr>
        <p:spPr>
          <a:xfrm>
            <a:off x="476850" y="1811050"/>
            <a:ext cx="2623200" cy="0"/>
          </a:xfrm>
          <a:prstGeom prst="straightConnector1">
            <a:avLst/>
          </a:prstGeom>
          <a:noFill/>
          <a:ln cap="flat" cmpd="sng" w="19050">
            <a:solidFill>
              <a:schemeClr val="lt1"/>
            </a:solidFill>
            <a:prstDash val="solid"/>
            <a:round/>
            <a:headEnd len="med" w="med" type="none"/>
            <a:tailEnd len="med" w="med" type="none"/>
          </a:ln>
        </p:spPr>
      </p:cxnSp>
      <p:sp>
        <p:nvSpPr>
          <p:cNvPr id="933" name="Google Shape;933;p79"/>
          <p:cNvSpPr txBox="1"/>
          <p:nvPr>
            <p:ph idx="6" type="subTitle"/>
          </p:nvPr>
        </p:nvSpPr>
        <p:spPr>
          <a:xfrm>
            <a:off x="3260538"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934" name="Google Shape;934;p79"/>
          <p:cNvSpPr txBox="1"/>
          <p:nvPr>
            <p:ph idx="7" type="subTitle"/>
          </p:nvPr>
        </p:nvSpPr>
        <p:spPr>
          <a:xfrm>
            <a:off x="6042225"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935" name="Google Shape;935;p79"/>
          <p:cNvCxnSpPr/>
          <p:nvPr/>
        </p:nvCxnSpPr>
        <p:spPr>
          <a:xfrm>
            <a:off x="3260538" y="1811050"/>
            <a:ext cx="2623200" cy="0"/>
          </a:xfrm>
          <a:prstGeom prst="straightConnector1">
            <a:avLst/>
          </a:prstGeom>
          <a:noFill/>
          <a:ln cap="flat" cmpd="sng" w="19050">
            <a:solidFill>
              <a:schemeClr val="lt1"/>
            </a:solidFill>
            <a:prstDash val="solid"/>
            <a:round/>
            <a:headEnd len="med" w="med" type="none"/>
            <a:tailEnd len="med" w="med" type="none"/>
          </a:ln>
        </p:spPr>
      </p:cxnSp>
      <p:cxnSp>
        <p:nvCxnSpPr>
          <p:cNvPr id="936" name="Google Shape;936;p79"/>
          <p:cNvCxnSpPr/>
          <p:nvPr/>
        </p:nvCxnSpPr>
        <p:spPr>
          <a:xfrm>
            <a:off x="6042225" y="1811050"/>
            <a:ext cx="2623200" cy="0"/>
          </a:xfrm>
          <a:prstGeom prst="straightConnector1">
            <a:avLst/>
          </a:prstGeom>
          <a:noFill/>
          <a:ln cap="flat" cmpd="sng" w="19050">
            <a:solidFill>
              <a:schemeClr val="lt1"/>
            </a:solidFill>
            <a:prstDash val="solid"/>
            <a:round/>
            <a:headEnd len="med" w="med" type="none"/>
            <a:tailEnd len="med" w="med" type="none"/>
          </a:ln>
        </p:spPr>
      </p:cxnSp>
      <p:sp>
        <p:nvSpPr>
          <p:cNvPr id="937" name="Google Shape;937;p79"/>
          <p:cNvSpPr/>
          <p:nvPr>
            <p:ph idx="8" type="pic"/>
          </p:nvPr>
        </p:nvSpPr>
        <p:spPr>
          <a:xfrm rot="10800000">
            <a:off x="3262575" y="3055550"/>
            <a:ext cx="2618700" cy="1611300"/>
          </a:xfrm>
          <a:prstGeom prst="rect">
            <a:avLst/>
          </a:prstGeom>
          <a:noFill/>
          <a:ln>
            <a:noFill/>
          </a:ln>
        </p:spPr>
      </p:sp>
      <p:sp>
        <p:nvSpPr>
          <p:cNvPr id="938" name="Google Shape;938;p79"/>
          <p:cNvSpPr/>
          <p:nvPr>
            <p:ph idx="9" type="pic"/>
          </p:nvPr>
        </p:nvSpPr>
        <p:spPr>
          <a:xfrm rot="10800000">
            <a:off x="6054875" y="3055550"/>
            <a:ext cx="2618700" cy="1611300"/>
          </a:xfrm>
          <a:prstGeom prst="rect">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AND_TWO_COLUMNS_1_2_1_1">
    <p:bg>
      <p:bgPr>
        <a:solidFill>
          <a:schemeClr val="lt1"/>
        </a:solidFill>
      </p:bgPr>
    </p:bg>
    <p:spTree>
      <p:nvGrpSpPr>
        <p:cNvPr id="939" name="Shape 939"/>
        <p:cNvGrpSpPr/>
        <p:nvPr/>
      </p:nvGrpSpPr>
      <p:grpSpPr>
        <a:xfrm>
          <a:off x="0" y="0"/>
          <a:ext cx="0" cy="0"/>
          <a:chOff x="0" y="0"/>
          <a:chExt cx="0" cy="0"/>
        </a:xfrm>
      </p:grpSpPr>
      <p:sp>
        <p:nvSpPr>
          <p:cNvPr id="940" name="Google Shape;940;p80"/>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1" name="Google Shape;941;p80"/>
          <p:cNvSpPr/>
          <p:nvPr>
            <p:ph idx="2" type="pic"/>
          </p:nvPr>
        </p:nvSpPr>
        <p:spPr>
          <a:xfrm rot="10800000">
            <a:off x="2100" y="300"/>
            <a:ext cx="9139800" cy="5142900"/>
          </a:xfrm>
          <a:prstGeom prst="rect">
            <a:avLst/>
          </a:prstGeom>
          <a:noFill/>
          <a:ln>
            <a:noFill/>
          </a:ln>
        </p:spPr>
      </p:sp>
      <p:sp>
        <p:nvSpPr>
          <p:cNvPr id="942" name="Google Shape;942;p8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3" name="Google Shape;943;p8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4" name="Google Shape;944;p80"/>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_2_1_2">
    <p:bg>
      <p:bgPr>
        <a:solidFill>
          <a:schemeClr val="lt1"/>
        </a:solidFill>
      </p:bgPr>
    </p:bg>
    <p:spTree>
      <p:nvGrpSpPr>
        <p:cNvPr id="945" name="Shape 945"/>
        <p:cNvGrpSpPr/>
        <p:nvPr/>
      </p:nvGrpSpPr>
      <p:grpSpPr>
        <a:xfrm>
          <a:off x="0" y="0"/>
          <a:ext cx="0" cy="0"/>
          <a:chOff x="0" y="0"/>
          <a:chExt cx="0" cy="0"/>
        </a:xfrm>
      </p:grpSpPr>
      <p:sp>
        <p:nvSpPr>
          <p:cNvPr id="946" name="Google Shape;946;p8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7" name="Google Shape;947;p8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8" name="Google Shape;948;p8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9" name="Google Shape;949;p81"/>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500"/>
              <a:buFont typeface="Chakra Petch Medium"/>
              <a:buNone/>
              <a:defRPr sz="3500">
                <a:solidFill>
                  <a:schemeClr val="dk1"/>
                </a:solidFill>
              </a:defRPr>
            </a:lvl1pPr>
            <a:lvl2pPr lvl="1">
              <a:spcBef>
                <a:spcPts val="0"/>
              </a:spcBef>
              <a:spcAft>
                <a:spcPts val="0"/>
              </a:spcAft>
              <a:buClr>
                <a:schemeClr val="dk1"/>
              </a:buClr>
              <a:buSzPts val="4500"/>
              <a:buFont typeface="Chakra Petch Medium"/>
              <a:buNone/>
              <a:defRPr sz="4500">
                <a:solidFill>
                  <a:schemeClr val="dk1"/>
                </a:solidFill>
              </a:defRPr>
            </a:lvl2pPr>
            <a:lvl3pPr lvl="2">
              <a:spcBef>
                <a:spcPts val="0"/>
              </a:spcBef>
              <a:spcAft>
                <a:spcPts val="0"/>
              </a:spcAft>
              <a:buClr>
                <a:schemeClr val="dk1"/>
              </a:buClr>
              <a:buSzPts val="4500"/>
              <a:buFont typeface="Chakra Petch Medium"/>
              <a:buNone/>
              <a:defRPr sz="4500">
                <a:solidFill>
                  <a:schemeClr val="dk1"/>
                </a:solidFill>
              </a:defRPr>
            </a:lvl3pPr>
            <a:lvl4pPr lvl="3">
              <a:spcBef>
                <a:spcPts val="0"/>
              </a:spcBef>
              <a:spcAft>
                <a:spcPts val="0"/>
              </a:spcAft>
              <a:buClr>
                <a:schemeClr val="dk1"/>
              </a:buClr>
              <a:buSzPts val="4500"/>
              <a:buFont typeface="Chakra Petch Medium"/>
              <a:buNone/>
              <a:defRPr sz="4500">
                <a:solidFill>
                  <a:schemeClr val="dk1"/>
                </a:solidFill>
              </a:defRPr>
            </a:lvl4pPr>
            <a:lvl5pPr lvl="4">
              <a:spcBef>
                <a:spcPts val="0"/>
              </a:spcBef>
              <a:spcAft>
                <a:spcPts val="0"/>
              </a:spcAft>
              <a:buClr>
                <a:schemeClr val="dk1"/>
              </a:buClr>
              <a:buSzPts val="4500"/>
              <a:buFont typeface="Chakra Petch Medium"/>
              <a:buNone/>
              <a:defRPr sz="4500">
                <a:solidFill>
                  <a:schemeClr val="dk1"/>
                </a:solidFill>
              </a:defRPr>
            </a:lvl5pPr>
            <a:lvl6pPr lvl="5">
              <a:spcBef>
                <a:spcPts val="0"/>
              </a:spcBef>
              <a:spcAft>
                <a:spcPts val="0"/>
              </a:spcAft>
              <a:buClr>
                <a:schemeClr val="dk1"/>
              </a:buClr>
              <a:buSzPts val="4500"/>
              <a:buFont typeface="Chakra Petch Medium"/>
              <a:buNone/>
              <a:defRPr sz="4500">
                <a:solidFill>
                  <a:schemeClr val="dk1"/>
                </a:solidFill>
              </a:defRPr>
            </a:lvl6pPr>
            <a:lvl7pPr lvl="6">
              <a:spcBef>
                <a:spcPts val="0"/>
              </a:spcBef>
              <a:spcAft>
                <a:spcPts val="0"/>
              </a:spcAft>
              <a:buClr>
                <a:schemeClr val="dk1"/>
              </a:buClr>
              <a:buSzPts val="4500"/>
              <a:buFont typeface="Chakra Petch Medium"/>
              <a:buNone/>
              <a:defRPr sz="4500">
                <a:solidFill>
                  <a:schemeClr val="dk1"/>
                </a:solidFill>
              </a:defRPr>
            </a:lvl7pPr>
            <a:lvl8pPr lvl="7">
              <a:spcBef>
                <a:spcPts val="0"/>
              </a:spcBef>
              <a:spcAft>
                <a:spcPts val="0"/>
              </a:spcAft>
              <a:buClr>
                <a:schemeClr val="dk1"/>
              </a:buClr>
              <a:buSzPts val="4500"/>
              <a:buFont typeface="Chakra Petch Medium"/>
              <a:buNone/>
              <a:defRPr sz="4500">
                <a:solidFill>
                  <a:schemeClr val="dk1"/>
                </a:solidFill>
              </a:defRPr>
            </a:lvl8pPr>
            <a:lvl9pPr lvl="8">
              <a:spcBef>
                <a:spcPts val="0"/>
              </a:spcBef>
              <a:spcAft>
                <a:spcPts val="0"/>
              </a:spcAft>
              <a:buClr>
                <a:schemeClr val="dk1"/>
              </a:buClr>
              <a:buSzPts val="4500"/>
              <a:buFont typeface="Chakra Petch Medium"/>
              <a:buNone/>
              <a:defRPr sz="4500">
                <a:solidFill>
                  <a:schemeClr val="dk1"/>
                </a:solidFill>
              </a:defRPr>
            </a:lvl9pPr>
          </a:lstStyle>
          <a:p/>
        </p:txBody>
      </p:sp>
      <p:sp>
        <p:nvSpPr>
          <p:cNvPr id="950" name="Google Shape;950;p81"/>
          <p:cNvSpPr/>
          <p:nvPr>
            <p:ph idx="2" type="pic"/>
          </p:nvPr>
        </p:nvSpPr>
        <p:spPr>
          <a:xfrm rot="10800000">
            <a:off x="470275" y="3608750"/>
            <a:ext cx="2618700" cy="1058100"/>
          </a:xfrm>
          <a:prstGeom prst="rect">
            <a:avLst/>
          </a:prstGeom>
          <a:noFill/>
          <a:ln>
            <a:noFill/>
          </a:ln>
        </p:spPr>
      </p:sp>
      <p:sp>
        <p:nvSpPr>
          <p:cNvPr id="951" name="Google Shape;951;p81"/>
          <p:cNvSpPr/>
          <p:nvPr>
            <p:ph idx="3" type="pic"/>
          </p:nvPr>
        </p:nvSpPr>
        <p:spPr>
          <a:xfrm rot="10800000">
            <a:off x="3262575" y="3608750"/>
            <a:ext cx="2618700" cy="1058100"/>
          </a:xfrm>
          <a:prstGeom prst="rect">
            <a:avLst/>
          </a:prstGeom>
          <a:noFill/>
          <a:ln>
            <a:noFill/>
          </a:ln>
        </p:spPr>
      </p:sp>
      <p:sp>
        <p:nvSpPr>
          <p:cNvPr id="952" name="Google Shape;952;p81"/>
          <p:cNvSpPr/>
          <p:nvPr>
            <p:ph idx="4" type="pic"/>
          </p:nvPr>
        </p:nvSpPr>
        <p:spPr>
          <a:xfrm rot="10800000">
            <a:off x="6054875" y="3608750"/>
            <a:ext cx="2618700" cy="1058100"/>
          </a:xfrm>
          <a:prstGeom prst="rect">
            <a:avLst/>
          </a:prstGeom>
          <a:noFill/>
          <a:ln>
            <a:noFill/>
          </a:ln>
        </p:spPr>
      </p:sp>
      <p:sp>
        <p:nvSpPr>
          <p:cNvPr id="953" name="Google Shape;953;p81"/>
          <p:cNvSpPr/>
          <p:nvPr>
            <p:ph idx="5" type="pic"/>
          </p:nvPr>
        </p:nvSpPr>
        <p:spPr>
          <a:xfrm rot="10800000">
            <a:off x="470275" y="2449575"/>
            <a:ext cx="2618700" cy="1058100"/>
          </a:xfrm>
          <a:prstGeom prst="rect">
            <a:avLst/>
          </a:prstGeom>
          <a:noFill/>
          <a:ln>
            <a:noFill/>
          </a:ln>
        </p:spPr>
      </p:sp>
      <p:sp>
        <p:nvSpPr>
          <p:cNvPr id="954" name="Google Shape;954;p81"/>
          <p:cNvSpPr/>
          <p:nvPr>
            <p:ph idx="6" type="pic"/>
          </p:nvPr>
        </p:nvSpPr>
        <p:spPr>
          <a:xfrm rot="10800000">
            <a:off x="3262575" y="2449575"/>
            <a:ext cx="2618700" cy="1058100"/>
          </a:xfrm>
          <a:prstGeom prst="rect">
            <a:avLst/>
          </a:prstGeom>
          <a:noFill/>
          <a:ln>
            <a:noFill/>
          </a:ln>
        </p:spPr>
      </p:sp>
      <p:sp>
        <p:nvSpPr>
          <p:cNvPr id="955" name="Google Shape;955;p81"/>
          <p:cNvSpPr/>
          <p:nvPr>
            <p:ph idx="7" type="pic"/>
          </p:nvPr>
        </p:nvSpPr>
        <p:spPr>
          <a:xfrm rot="10800000">
            <a:off x="6054875" y="2449575"/>
            <a:ext cx="2618700" cy="1058100"/>
          </a:xfrm>
          <a:prstGeom prst="rect">
            <a:avLst/>
          </a:prstGeom>
          <a:noFill/>
          <a:ln>
            <a:noFill/>
          </a:ln>
        </p:spPr>
      </p:sp>
      <p:sp>
        <p:nvSpPr>
          <p:cNvPr id="956" name="Google Shape;956;p81"/>
          <p:cNvSpPr/>
          <p:nvPr>
            <p:ph idx="8" type="pic"/>
          </p:nvPr>
        </p:nvSpPr>
        <p:spPr>
          <a:xfrm rot="10800000">
            <a:off x="470275" y="1290401"/>
            <a:ext cx="2618700" cy="1058100"/>
          </a:xfrm>
          <a:prstGeom prst="rect">
            <a:avLst/>
          </a:prstGeom>
          <a:noFill/>
          <a:ln>
            <a:noFill/>
          </a:ln>
        </p:spPr>
      </p:sp>
      <p:sp>
        <p:nvSpPr>
          <p:cNvPr id="957" name="Google Shape;957;p81"/>
          <p:cNvSpPr/>
          <p:nvPr>
            <p:ph idx="9" type="pic"/>
          </p:nvPr>
        </p:nvSpPr>
        <p:spPr>
          <a:xfrm rot="10800000">
            <a:off x="3262575" y="1290401"/>
            <a:ext cx="2618700" cy="1058100"/>
          </a:xfrm>
          <a:prstGeom prst="rect">
            <a:avLst/>
          </a:prstGeom>
          <a:noFill/>
          <a:ln>
            <a:noFill/>
          </a:ln>
        </p:spPr>
      </p:sp>
      <p:sp>
        <p:nvSpPr>
          <p:cNvPr id="958" name="Google Shape;958;p81"/>
          <p:cNvSpPr/>
          <p:nvPr>
            <p:ph idx="13" type="pic"/>
          </p:nvPr>
        </p:nvSpPr>
        <p:spPr>
          <a:xfrm rot="10800000">
            <a:off x="6054875" y="1290401"/>
            <a:ext cx="2618700" cy="10581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65.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theme" Target="../theme/theme1.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14" Type="http://schemas.openxmlformats.org/officeDocument/2006/relationships/slideLayout" Target="../slideLayouts/slideLayout59.xml"/><Relationship Id="rId17" Type="http://schemas.openxmlformats.org/officeDocument/2006/relationships/slideLayout" Target="../slideLayouts/slideLayout62.xml"/><Relationship Id="rId16" Type="http://schemas.openxmlformats.org/officeDocument/2006/relationships/slideLayout" Target="../slideLayouts/slideLayout61.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indent="-292100" lvl="1" marL="914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indent="-292100" lvl="2" marL="1371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indent="-292100" lvl="3" marL="1828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indent="-292100" lvl="4" marL="22860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indent="-292100" lvl="5" marL="2743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indent="-292100" lvl="6" marL="3200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indent="-292100" lvl="7" marL="3657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indent="-292100" lvl="8" marL="4114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613" name="Shape 613"/>
        <p:cNvGrpSpPr/>
        <p:nvPr/>
      </p:nvGrpSpPr>
      <p:grpSpPr>
        <a:xfrm>
          <a:off x="0" y="0"/>
          <a:ext cx="0" cy="0"/>
          <a:chOff x="0" y="0"/>
          <a:chExt cx="0" cy="0"/>
        </a:xfrm>
      </p:grpSpPr>
      <p:sp>
        <p:nvSpPr>
          <p:cNvPr id="614" name="Google Shape;614;p47"/>
          <p:cNvSpPr txBox="1"/>
          <p:nvPr>
            <p:ph type="title"/>
          </p:nvPr>
        </p:nvSpPr>
        <p:spPr>
          <a:xfrm>
            <a:off x="365625" y="947373"/>
            <a:ext cx="8412600" cy="7314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1pPr>
            <a:lvl2pPr lvl="1">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2pPr>
            <a:lvl3pPr lvl="2">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3pPr>
            <a:lvl4pPr lvl="3">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4pPr>
            <a:lvl5pPr lvl="4">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5pPr>
            <a:lvl6pPr lvl="5">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6pPr>
            <a:lvl7pPr lvl="6">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7pPr>
            <a:lvl8pPr lvl="7">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8pPr>
            <a:lvl9pPr lvl="8">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9pPr>
          </a:lstStyle>
          <a:p/>
        </p:txBody>
      </p:sp>
      <p:sp>
        <p:nvSpPr>
          <p:cNvPr id="615" name="Google Shape;615;p47"/>
          <p:cNvSpPr txBox="1"/>
          <p:nvPr>
            <p:ph idx="1" type="body"/>
          </p:nvPr>
        </p:nvSpPr>
        <p:spPr>
          <a:xfrm>
            <a:off x="478863" y="2519283"/>
            <a:ext cx="8520600" cy="3416400"/>
          </a:xfrm>
          <a:prstGeom prst="rect">
            <a:avLst/>
          </a:prstGeom>
          <a:noFill/>
          <a:ln>
            <a:noFill/>
          </a:ln>
        </p:spPr>
        <p:txBody>
          <a:bodyPr anchorCtr="0" anchor="t" bIns="91425" lIns="91425" spcFirstLastPara="1" rIns="91425" wrap="square" tIns="91425">
            <a:noAutofit/>
          </a:bodyPr>
          <a:lstStyle>
            <a:lvl1pPr indent="-387350" lvl="0" marL="4572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1pPr>
            <a:lvl2pPr indent="-387350" lvl="1" marL="9144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2pPr>
            <a:lvl3pPr indent="-387350" lvl="2" marL="13716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3pPr>
            <a:lvl4pPr indent="-387350" lvl="3" marL="18288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4pPr>
            <a:lvl5pPr indent="-387350" lvl="4" marL="22860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5pPr>
            <a:lvl6pPr indent="-387350" lvl="5" marL="27432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6pPr>
            <a:lvl7pPr indent="-387350" lvl="6" marL="32004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7pPr>
            <a:lvl8pPr indent="-387350" lvl="7" marL="36576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8pPr>
            <a:lvl9pPr indent="-387350" lvl="8" marL="41148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9pPr>
          </a:lstStyle>
          <a:p/>
        </p:txBody>
      </p:sp>
      <p:sp>
        <p:nvSpPr>
          <p:cNvPr id="616" name="Google Shape;616;p47"/>
          <p:cNvSpPr txBox="1"/>
          <p:nvPr>
            <p:ph idx="12" type="sldNum"/>
          </p:nvPr>
        </p:nvSpPr>
        <p:spPr>
          <a:xfrm>
            <a:off x="8016442" y="363450"/>
            <a:ext cx="685800" cy="3291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Chakra Petch SemiBold"/>
                <a:ea typeface="Chakra Petch SemiBold"/>
                <a:cs typeface="Chakra Petch SemiBold"/>
                <a:sym typeface="Chakra Petch SemiBold"/>
              </a:defRPr>
            </a:lvl1pPr>
            <a:lvl2pPr lvl="1" algn="r">
              <a:buNone/>
              <a:defRPr sz="1000">
                <a:solidFill>
                  <a:schemeClr val="lt1"/>
                </a:solidFill>
                <a:latin typeface="Chakra Petch SemiBold"/>
                <a:ea typeface="Chakra Petch SemiBold"/>
                <a:cs typeface="Chakra Petch SemiBold"/>
                <a:sym typeface="Chakra Petch SemiBold"/>
              </a:defRPr>
            </a:lvl2pPr>
            <a:lvl3pPr lvl="2" algn="r">
              <a:buNone/>
              <a:defRPr sz="1000">
                <a:solidFill>
                  <a:schemeClr val="lt1"/>
                </a:solidFill>
                <a:latin typeface="Chakra Petch SemiBold"/>
                <a:ea typeface="Chakra Petch SemiBold"/>
                <a:cs typeface="Chakra Petch SemiBold"/>
                <a:sym typeface="Chakra Petch SemiBold"/>
              </a:defRPr>
            </a:lvl3pPr>
            <a:lvl4pPr lvl="3" algn="r">
              <a:buNone/>
              <a:defRPr sz="1000">
                <a:solidFill>
                  <a:schemeClr val="lt1"/>
                </a:solidFill>
                <a:latin typeface="Chakra Petch SemiBold"/>
                <a:ea typeface="Chakra Petch SemiBold"/>
                <a:cs typeface="Chakra Petch SemiBold"/>
                <a:sym typeface="Chakra Petch SemiBold"/>
              </a:defRPr>
            </a:lvl4pPr>
            <a:lvl5pPr lvl="4" algn="r">
              <a:buNone/>
              <a:defRPr sz="1000">
                <a:solidFill>
                  <a:schemeClr val="lt1"/>
                </a:solidFill>
                <a:latin typeface="Chakra Petch SemiBold"/>
                <a:ea typeface="Chakra Petch SemiBold"/>
                <a:cs typeface="Chakra Petch SemiBold"/>
                <a:sym typeface="Chakra Petch SemiBold"/>
              </a:defRPr>
            </a:lvl5pPr>
            <a:lvl6pPr lvl="5" algn="r">
              <a:buNone/>
              <a:defRPr sz="1000">
                <a:solidFill>
                  <a:schemeClr val="lt1"/>
                </a:solidFill>
                <a:latin typeface="Chakra Petch SemiBold"/>
                <a:ea typeface="Chakra Petch SemiBold"/>
                <a:cs typeface="Chakra Petch SemiBold"/>
                <a:sym typeface="Chakra Petch SemiBold"/>
              </a:defRPr>
            </a:lvl6pPr>
            <a:lvl7pPr lvl="6" algn="r">
              <a:buNone/>
              <a:defRPr sz="1000">
                <a:solidFill>
                  <a:schemeClr val="lt1"/>
                </a:solidFill>
                <a:latin typeface="Chakra Petch SemiBold"/>
                <a:ea typeface="Chakra Petch SemiBold"/>
                <a:cs typeface="Chakra Petch SemiBold"/>
                <a:sym typeface="Chakra Petch SemiBold"/>
              </a:defRPr>
            </a:lvl7pPr>
            <a:lvl8pPr lvl="7" algn="r">
              <a:buNone/>
              <a:defRPr sz="1000">
                <a:solidFill>
                  <a:schemeClr val="lt1"/>
                </a:solidFill>
                <a:latin typeface="Chakra Petch SemiBold"/>
                <a:ea typeface="Chakra Petch SemiBold"/>
                <a:cs typeface="Chakra Petch SemiBold"/>
                <a:sym typeface="Chakra Petch SemiBold"/>
              </a:defRPr>
            </a:lvl8pPr>
            <a:lvl9pPr lvl="8" algn="r">
              <a:buNone/>
              <a:defRPr sz="1000">
                <a:solidFill>
                  <a:schemeClr val="lt1"/>
                </a:solidFill>
                <a:latin typeface="Chakra Petch SemiBold"/>
                <a:ea typeface="Chakra Petch SemiBold"/>
                <a:cs typeface="Chakra Petch SemiBold"/>
                <a:sym typeface="Chakra Petch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82"/>
          <p:cNvSpPr txBox="1"/>
          <p:nvPr>
            <p:ph type="ctrTitle"/>
          </p:nvPr>
        </p:nvSpPr>
        <p:spPr>
          <a:xfrm>
            <a:off x="1764750" y="880050"/>
            <a:ext cx="6040200" cy="33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a:p>
            <a:pPr indent="0" lvl="0" marL="0" rtl="0" algn="l">
              <a:spcBef>
                <a:spcPts val="0"/>
              </a:spcBef>
              <a:spcAft>
                <a:spcPts val="0"/>
              </a:spcAft>
              <a:buNone/>
            </a:pPr>
            <a:r>
              <a:rPr lang="en" sz="5700"/>
              <a:t>(Senior Design)</a:t>
            </a:r>
            <a:endParaRPr sz="5700"/>
          </a:p>
        </p:txBody>
      </p:sp>
      <p:sp>
        <p:nvSpPr>
          <p:cNvPr id="964" name="Google Shape;964;p82"/>
          <p:cNvSpPr txBox="1"/>
          <p:nvPr>
            <p:ph idx="1" type="subTitle"/>
          </p:nvPr>
        </p:nvSpPr>
        <p:spPr>
          <a:xfrm>
            <a:off x="1765375" y="4137750"/>
            <a:ext cx="56145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Dylan Bok</a:t>
            </a:r>
            <a:endParaRPr/>
          </a:p>
        </p:txBody>
      </p:sp>
      <p:sp>
        <p:nvSpPr>
          <p:cNvPr id="965" name="Google Shape;965;p8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83"/>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Short Abstract (Goal)</a:t>
            </a:r>
            <a:endParaRPr/>
          </a:p>
        </p:txBody>
      </p:sp>
      <p:sp>
        <p:nvSpPr>
          <p:cNvPr id="971" name="Google Shape;971;p83"/>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a:t>This project explores the full development cycle of a game—from initial concept to potential publication, time permitting—along with all the technical and creative requirements needed to reach that goal.</a:t>
            </a:r>
            <a:endParaRPr/>
          </a:p>
        </p:txBody>
      </p:sp>
      <p:sp>
        <p:nvSpPr>
          <p:cNvPr id="972" name="Google Shape;972;p83"/>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973" name="Google Shape;973;p8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84"/>
          <p:cNvSpPr txBox="1"/>
          <p:nvPr>
            <p:ph type="title"/>
          </p:nvPr>
        </p:nvSpPr>
        <p:spPr>
          <a:xfrm>
            <a:off x="411450" y="565300"/>
            <a:ext cx="8321100" cy="1437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Contact Info</a:t>
            </a:r>
            <a:endParaRPr/>
          </a:p>
        </p:txBody>
      </p:sp>
      <p:sp>
        <p:nvSpPr>
          <p:cNvPr id="979" name="Google Shape;979;p84"/>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980" name="Google Shape;980;p8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81" name="Google Shape;981;p84"/>
          <p:cNvSpPr txBox="1"/>
          <p:nvPr>
            <p:ph idx="4294967295" type="ctrTitle"/>
          </p:nvPr>
        </p:nvSpPr>
        <p:spPr>
          <a:xfrm>
            <a:off x="187300" y="2002600"/>
            <a:ext cx="8514900" cy="33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Developer Lead: Dylan</a:t>
            </a:r>
            <a:endParaRPr sz="4000"/>
          </a:p>
          <a:p>
            <a:pPr indent="0" lvl="0" marL="0" rtl="0" algn="l">
              <a:spcBef>
                <a:spcPts val="0"/>
              </a:spcBef>
              <a:spcAft>
                <a:spcPts val="0"/>
              </a:spcAft>
              <a:buNone/>
            </a:pPr>
            <a:r>
              <a:rPr lang="en" sz="4000"/>
              <a:t>-bokdl@mail.uc.ed</a:t>
            </a:r>
            <a:r>
              <a:rPr lang="en" sz="4000"/>
              <a:t>u</a:t>
            </a:r>
            <a:endParaRPr sz="4000"/>
          </a:p>
          <a:p>
            <a:pPr indent="0" lvl="0" marL="0" rtl="0" algn="l">
              <a:spcBef>
                <a:spcPts val="0"/>
              </a:spcBef>
              <a:spcAft>
                <a:spcPts val="0"/>
              </a:spcAft>
              <a:buNone/>
            </a:pPr>
            <a:r>
              <a:t/>
            </a:r>
            <a:endParaRPr sz="4000"/>
          </a:p>
          <a:p>
            <a:pPr indent="0" lvl="0" marL="0" rtl="0" algn="l">
              <a:spcBef>
                <a:spcPts val="0"/>
              </a:spcBef>
              <a:spcAft>
                <a:spcPts val="0"/>
              </a:spcAft>
              <a:buNone/>
            </a:pPr>
            <a:r>
              <a:rPr lang="en" sz="4000"/>
              <a:t>Advisor: Prof. Yu Zhao</a:t>
            </a:r>
            <a:endParaRPr sz="4000"/>
          </a:p>
          <a:p>
            <a:pPr indent="0" lvl="0" marL="0" rtl="0" algn="l">
              <a:spcBef>
                <a:spcPts val="0"/>
              </a:spcBef>
              <a:spcAft>
                <a:spcPts val="0"/>
              </a:spcAft>
              <a:buNone/>
            </a:pPr>
            <a:r>
              <a:rPr lang="en" sz="4000"/>
              <a:t>-fred.annexstein@uc.edu</a:t>
            </a:r>
            <a:endParaRPr sz="4000"/>
          </a:p>
          <a:p>
            <a:pPr indent="0" lvl="0" marL="0" rtl="0" algn="l">
              <a:spcBef>
                <a:spcPts val="0"/>
              </a:spcBef>
              <a:spcAft>
                <a:spcPts val="0"/>
              </a:spcAft>
              <a:buNone/>
            </a:pPr>
            <a:r>
              <a:t/>
            </a:r>
            <a:endParaRPr sz="4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85"/>
          <p:cNvSpPr txBox="1"/>
          <p:nvPr>
            <p:ph type="title"/>
          </p:nvPr>
        </p:nvSpPr>
        <p:spPr>
          <a:xfrm>
            <a:off x="1129350" y="692555"/>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Abstract</a:t>
            </a:r>
            <a:endParaRPr/>
          </a:p>
        </p:txBody>
      </p:sp>
      <p:sp>
        <p:nvSpPr>
          <p:cNvPr id="987" name="Google Shape;987;p85"/>
          <p:cNvSpPr txBox="1"/>
          <p:nvPr>
            <p:ph idx="1" type="body"/>
          </p:nvPr>
        </p:nvSpPr>
        <p:spPr>
          <a:xfrm>
            <a:off x="1129350" y="1377733"/>
            <a:ext cx="6885300" cy="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project explores the complete development cycle of a video game, from initial concept through potential publication, time permitting. It covers both the technical and creative requirements involved in building a game, including prototyping, playtesting, debugging, and deployment. A core focus is the use of rapid feedback and iterative design to refine gameplay and user experience.</a:t>
            </a:r>
            <a:endParaRPr sz="1400"/>
          </a:p>
          <a:p>
            <a:pPr indent="0" lvl="0" marL="0" rtl="0" algn="l">
              <a:spcBef>
                <a:spcPts val="0"/>
              </a:spcBef>
              <a:spcAft>
                <a:spcPts val="0"/>
              </a:spcAft>
              <a:buNone/>
            </a:pPr>
            <a:r>
              <a:rPr lang="en" sz="1400"/>
              <a:t>The project also serves as a demonstration of sustained effort and adaptability—highlighting the ability to work on a long-term, evolving challenge while continuously learning new tools and techniques. As unfamiliar frameworks and design principles are encountered, they are integrated into the workflow, reflecting a commitment to growth and resilience.</a:t>
            </a:r>
            <a:endParaRPr sz="1400"/>
          </a:p>
          <a:p>
            <a:pPr indent="0" lvl="0" marL="0" rtl="0" algn="l">
              <a:spcBef>
                <a:spcPts val="0"/>
              </a:spcBef>
              <a:spcAft>
                <a:spcPts val="0"/>
              </a:spcAft>
              <a:buNone/>
            </a:pPr>
            <a:r>
              <a:rPr lang="en" sz="1400"/>
              <a:t>By emphasizing feedback loops, usability testing, and agile design, the project illustrates how responsiveness and iteration contribute to a more polished final product. Ultimately, it showcases not only the complexity of game development but also the developer’s capacity for persistence, creativity, and self-directed learning over an extended period.</a:t>
            </a:r>
            <a:endParaRPr sz="1400"/>
          </a:p>
          <a:p>
            <a:pPr indent="0" lvl="0" marL="0" rtl="0" algn="l">
              <a:lnSpc>
                <a:spcPct val="80000"/>
              </a:lnSpc>
              <a:spcBef>
                <a:spcPts val="0"/>
              </a:spcBef>
              <a:spcAft>
                <a:spcPts val="0"/>
              </a:spcAft>
              <a:buNone/>
            </a:pPr>
            <a:r>
              <a:t/>
            </a:r>
            <a:endParaRPr sz="1400"/>
          </a:p>
        </p:txBody>
      </p:sp>
      <p:sp>
        <p:nvSpPr>
          <p:cNvPr id="988" name="Google Shape;988;p85"/>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989" name="Google Shape;989;p8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86"/>
          <p:cNvSpPr txBox="1"/>
          <p:nvPr>
            <p:ph type="title"/>
          </p:nvPr>
        </p:nvSpPr>
        <p:spPr>
          <a:xfrm>
            <a:off x="1129350" y="692555"/>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User Story:</a:t>
            </a:r>
            <a:endParaRPr/>
          </a:p>
        </p:txBody>
      </p:sp>
      <p:sp>
        <p:nvSpPr>
          <p:cNvPr id="995" name="Google Shape;995;p86"/>
          <p:cNvSpPr txBox="1"/>
          <p:nvPr>
            <p:ph idx="1" type="body"/>
          </p:nvPr>
        </p:nvSpPr>
        <p:spPr>
          <a:xfrm>
            <a:off x="1129350" y="1377733"/>
            <a:ext cx="6885300" cy="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rPr lang="en" sz="1400"/>
              <a:t>This diversity in player motivation highlights the importance of designing games that accommodate both narrative-driven engagement and casual enjoyment. It also underscores the subjective nature of game interpretation, where each player may derive unique value from the same experience.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As a gamer, I want to launch and play a video game, so that I can experience enjoyment, relaxation, and entertainment during my leisure time.</a:t>
            </a:r>
            <a:endParaRPr sz="1400"/>
          </a:p>
          <a:p>
            <a:pPr indent="0" lvl="0" marL="0" rtl="0" algn="l">
              <a:spcBef>
                <a:spcPts val="0"/>
              </a:spcBef>
              <a:spcAft>
                <a:spcPts val="0"/>
              </a:spcAft>
              <a:buNone/>
            </a:pPr>
            <a:r>
              <a:t/>
            </a:r>
            <a:endParaRPr sz="1400"/>
          </a:p>
        </p:txBody>
      </p:sp>
      <p:sp>
        <p:nvSpPr>
          <p:cNvPr id="996" name="Google Shape;996;p86"/>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997" name="Google Shape;997;p8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7"/>
          <p:cNvSpPr txBox="1"/>
          <p:nvPr>
            <p:ph type="title"/>
          </p:nvPr>
        </p:nvSpPr>
        <p:spPr>
          <a:xfrm>
            <a:off x="1129350" y="692555"/>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Diagrams (D0)</a:t>
            </a:r>
            <a:endParaRPr/>
          </a:p>
        </p:txBody>
      </p:sp>
      <p:sp>
        <p:nvSpPr>
          <p:cNvPr id="1003" name="Google Shape;1003;p87"/>
          <p:cNvSpPr txBox="1"/>
          <p:nvPr>
            <p:ph idx="1" type="body"/>
          </p:nvPr>
        </p:nvSpPr>
        <p:spPr>
          <a:xfrm>
            <a:off x="1129350" y="1377733"/>
            <a:ext cx="6885300" cy="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rPr lang="en" sz="1400"/>
              <a:t>D0: If the user plays the game they will then derive a level of enjoyment.</a:t>
            </a:r>
            <a:endParaRPr sz="1400"/>
          </a:p>
          <a:p>
            <a:pPr indent="0" lvl="0" marL="0" rtl="0" algn="l">
              <a:spcBef>
                <a:spcPts val="0"/>
              </a:spcBef>
              <a:spcAft>
                <a:spcPts val="0"/>
              </a:spcAft>
              <a:buNone/>
            </a:pPr>
            <a:r>
              <a:t/>
            </a:r>
            <a:endParaRPr sz="1400"/>
          </a:p>
        </p:txBody>
      </p:sp>
      <p:sp>
        <p:nvSpPr>
          <p:cNvPr id="1004" name="Google Shape;1004;p87"/>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05" name="Google Shape;1005;p8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06" name="Google Shape;1006;p87"/>
          <p:cNvPicPr preferRelativeResize="0"/>
          <p:nvPr/>
        </p:nvPicPr>
        <p:blipFill>
          <a:blip r:embed="rId3">
            <a:alphaModFix/>
          </a:blip>
          <a:stretch>
            <a:fillRect/>
          </a:stretch>
        </p:blipFill>
        <p:spPr>
          <a:xfrm>
            <a:off x="2419350" y="2193350"/>
            <a:ext cx="4305300" cy="2047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88"/>
          <p:cNvSpPr txBox="1"/>
          <p:nvPr>
            <p:ph type="title"/>
          </p:nvPr>
        </p:nvSpPr>
        <p:spPr>
          <a:xfrm>
            <a:off x="1129350" y="692555"/>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Diagrams (D1)</a:t>
            </a:r>
            <a:endParaRPr/>
          </a:p>
        </p:txBody>
      </p:sp>
      <p:sp>
        <p:nvSpPr>
          <p:cNvPr id="1012" name="Google Shape;1012;p88"/>
          <p:cNvSpPr txBox="1"/>
          <p:nvPr>
            <p:ph idx="1" type="body"/>
          </p:nvPr>
        </p:nvSpPr>
        <p:spPr>
          <a:xfrm>
            <a:off x="1129350" y="1377707"/>
            <a:ext cx="3057300" cy="307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rPr lang="en" sz="1400"/>
              <a:t>D1: </a:t>
            </a:r>
            <a:r>
              <a:rPr lang="en" sz="1400"/>
              <a:t>If the user purchases, downloads, and plays the game, they will ultimately derive a sense of joy from the experience. While end states like emotional satisfaction are important to acknowledge, they fall outside the scope of this </a:t>
            </a:r>
            <a:r>
              <a:rPr lang="en" sz="1400"/>
              <a:t>diagram</a:t>
            </a:r>
            <a:r>
              <a:rPr lang="en" sz="1400"/>
              <a:t> focus.</a:t>
            </a:r>
            <a:endParaRPr sz="1400"/>
          </a:p>
          <a:p>
            <a:pPr indent="0" lvl="0" marL="0" rtl="0" algn="l">
              <a:spcBef>
                <a:spcPts val="0"/>
              </a:spcBef>
              <a:spcAft>
                <a:spcPts val="0"/>
              </a:spcAft>
              <a:buNone/>
            </a:pPr>
            <a:r>
              <a:t/>
            </a:r>
            <a:endParaRPr sz="1400"/>
          </a:p>
        </p:txBody>
      </p:sp>
      <p:sp>
        <p:nvSpPr>
          <p:cNvPr id="1013" name="Google Shape;1013;p88"/>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14" name="Google Shape;1014;p8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15" name="Google Shape;1015;p88"/>
          <p:cNvPicPr preferRelativeResize="0"/>
          <p:nvPr/>
        </p:nvPicPr>
        <p:blipFill>
          <a:blip r:embed="rId3">
            <a:alphaModFix/>
          </a:blip>
          <a:stretch>
            <a:fillRect/>
          </a:stretch>
        </p:blipFill>
        <p:spPr>
          <a:xfrm>
            <a:off x="4868850" y="1506450"/>
            <a:ext cx="3145800" cy="30729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9"/>
          <p:cNvSpPr txBox="1"/>
          <p:nvPr>
            <p:ph type="title"/>
          </p:nvPr>
        </p:nvSpPr>
        <p:spPr>
          <a:xfrm>
            <a:off x="1129350" y="692555"/>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Diagrams (D2)</a:t>
            </a:r>
            <a:endParaRPr/>
          </a:p>
        </p:txBody>
      </p:sp>
      <p:sp>
        <p:nvSpPr>
          <p:cNvPr id="1021" name="Google Shape;1021;p89"/>
          <p:cNvSpPr txBox="1"/>
          <p:nvPr>
            <p:ph idx="1" type="body"/>
          </p:nvPr>
        </p:nvSpPr>
        <p:spPr>
          <a:xfrm>
            <a:off x="1129350" y="1377707"/>
            <a:ext cx="3057300" cy="307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0"/>
              </a:spcBef>
              <a:spcAft>
                <a:spcPts val="0"/>
              </a:spcAft>
              <a:buNone/>
            </a:pPr>
            <a:r>
              <a:rPr lang="en" sz="1300"/>
              <a:t>D2: If the user purchases, downloads, and plays the game, they will ultimately derive a sense of joy from the experience. Upon launching the game, the user can choose between a multiplayer or single-player mode, depending on their preferred style of engagement. The overall game experience is shaped by several core components, including graphics, mechanics, sound design, and gameplay. Gameplay itself is composed of additional elements that define the user's interaction with the game world—such as environment design, character movement, and the level of control or </a:t>
            </a:r>
            <a:r>
              <a:rPr lang="en" sz="1300"/>
              <a:t>intractability</a:t>
            </a:r>
            <a:r>
              <a:rPr lang="en" sz="1300"/>
              <a:t> available to the player.</a:t>
            </a:r>
            <a:endParaRPr sz="1300"/>
          </a:p>
          <a:p>
            <a:pPr indent="0" lvl="0" marL="0" rtl="0" algn="l">
              <a:spcBef>
                <a:spcPts val="0"/>
              </a:spcBef>
              <a:spcAft>
                <a:spcPts val="0"/>
              </a:spcAft>
              <a:buNone/>
            </a:pPr>
            <a:r>
              <a:t/>
            </a:r>
            <a:endParaRPr sz="1300"/>
          </a:p>
        </p:txBody>
      </p:sp>
      <p:sp>
        <p:nvSpPr>
          <p:cNvPr id="1022" name="Google Shape;1022;p89"/>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23" name="Google Shape;1023;p8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24" name="Google Shape;1024;p89"/>
          <p:cNvPicPr preferRelativeResize="0"/>
          <p:nvPr/>
        </p:nvPicPr>
        <p:blipFill>
          <a:blip r:embed="rId3">
            <a:alphaModFix/>
          </a:blip>
          <a:stretch>
            <a:fillRect/>
          </a:stretch>
        </p:blipFill>
        <p:spPr>
          <a:xfrm>
            <a:off x="5425200" y="1584925"/>
            <a:ext cx="1731525" cy="2936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90"/>
          <p:cNvSpPr txBox="1"/>
          <p:nvPr>
            <p:ph type="title"/>
          </p:nvPr>
        </p:nvSpPr>
        <p:spPr>
          <a:xfrm>
            <a:off x="411450" y="2389450"/>
            <a:ext cx="8321100" cy="1437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Constraints</a:t>
            </a:r>
            <a:endParaRPr/>
          </a:p>
        </p:txBody>
      </p:sp>
      <p:sp>
        <p:nvSpPr>
          <p:cNvPr id="1030" name="Google Shape;1030;p90"/>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31" name="Google Shape;1031;p9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91"/>
          <p:cNvSpPr txBox="1"/>
          <p:nvPr>
            <p:ph idx="1" type="body"/>
          </p:nvPr>
        </p:nvSpPr>
        <p:spPr>
          <a:xfrm>
            <a:off x="1129350" y="456025"/>
            <a:ext cx="68853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t>Every project, regardless of scope or ambition, is shaped by its constraints. My senior design project is no exception. As I move from concept to execution, I’ve identified several key challenges—professional, legal, and security-related—that will influence both the development process and the final product. This essay outlines those concerns and reflects on how they may shape the trajectory of my work.</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One of the most immediate challenges involves professional expectations, particularly in the areas of presentation, adherence to standards, and broader development requirements. Presentation is a critical component of any software product, especially one intended for public consumption. A visually engaging and intuitive interface can elevate a project’s impact, but this is an area where I lack experience. My limited background in visual design and modeling may result in longer development cycles or underwhelming aesthetics. I recognize that bridging this gap will require additional learning and iteration.</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Standards pose another challenge. The compressed timeline of a senior design project means that certain development phases—such as testing, documentation, and refinement—must be accelerated. This can lead to compromises in quality, especially when compared to the rigorous benchmarks expected in professional software and game development. Additionally, I hold myself to a high personal standard, often delaying progress until each component meets my expectations. While this mindset promotes quality, it can conflict with the need for timely delivery. Balancing perfectionism with practicality will be essential.</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Professional requirements also extend beyond the technical realm. If the project evolves into a publishable product, I’ll need to consider legal protections such as forming an LLC or similar entity to safeguard intellectual property. Furthermore, if the game is released publicly, I must ensure that the source code is protected and that distribution channels are secure. These considerations introduce a layer of complexity that goes beyond typical academic projects.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Legal compliance is a fundamental aspect of any product that interacts with users or enters the public domain. Whether it involves licensing, copyright, data protection, or business registration, there are rules and regulations that must be followed. Understanding these frameworks and ensuring that my project adheres to them will require research and diligence. This legal learning curve is an important part of transitioning from student developer to professional creator.</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Security is another critical concern. Any software that users download or interact with must be designed with safety in mind. It’s essential to ensure that my application does not introduce vulnerabilities—either to my own systems or to the user’s device. This includes protecting against malicious code, securing user data, and verifying the integrity of third-party libraries and dependencies. Building with security as a foundational principle will help ensure that the product is both trustworthy and resilient.</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In conclusion, while these constraints present real challenges, they also offer valuable opportunities for growth. My senior design project is more than a technical exercise—it’s a chance to engage with the full lifecycle of software development, from ideation and design to legal compliance and professional presentation. By confronting these issues head-on, I hope to not only deliver a successful project but also deepen my understanding of what it means to build software in the real world.</a:t>
            </a:r>
            <a:endParaRPr sz="900"/>
          </a:p>
          <a:p>
            <a:pPr indent="0" lvl="0" marL="0" rtl="0" algn="l">
              <a:spcBef>
                <a:spcPts val="0"/>
              </a:spcBef>
              <a:spcAft>
                <a:spcPts val="0"/>
              </a:spcAft>
              <a:buNone/>
            </a:pPr>
            <a:r>
              <a:t/>
            </a:r>
            <a:endParaRPr sz="900"/>
          </a:p>
          <a:p>
            <a:pPr indent="0" lvl="0" marL="0" rtl="0" algn="l">
              <a:lnSpc>
                <a:spcPct val="80000"/>
              </a:lnSpc>
              <a:spcBef>
                <a:spcPts val="0"/>
              </a:spcBef>
              <a:spcAft>
                <a:spcPts val="0"/>
              </a:spcAft>
              <a:buNone/>
            </a:pPr>
            <a:r>
              <a:t/>
            </a:r>
            <a:endParaRPr sz="900"/>
          </a:p>
        </p:txBody>
      </p:sp>
      <p:sp>
        <p:nvSpPr>
          <p:cNvPr id="1037" name="Google Shape;1037;p91"/>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38" name="Google Shape;1038;p9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92"/>
          <p:cNvSpPr txBox="1"/>
          <p:nvPr>
            <p:ph type="title"/>
          </p:nvPr>
        </p:nvSpPr>
        <p:spPr>
          <a:xfrm>
            <a:off x="411450" y="2389450"/>
            <a:ext cx="8321100" cy="1437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Phases</a:t>
            </a:r>
            <a:endParaRPr/>
          </a:p>
        </p:txBody>
      </p:sp>
      <p:sp>
        <p:nvSpPr>
          <p:cNvPr id="1044" name="Google Shape;1044;p92"/>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45" name="Google Shape;1045;p9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9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1" name="Google Shape;1051;p93"/>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a:p>
            <a:pPr indent="0" lvl="0" marL="0" rtl="0" algn="l">
              <a:spcBef>
                <a:spcPts val="0"/>
              </a:spcBef>
              <a:spcAft>
                <a:spcPts val="0"/>
              </a:spcAft>
              <a:buNone/>
            </a:pPr>
            <a:r>
              <a:t/>
            </a:r>
            <a:endParaRPr/>
          </a:p>
        </p:txBody>
      </p:sp>
      <p:sp>
        <p:nvSpPr>
          <p:cNvPr id="1052" name="Google Shape;1052;p9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Phases</a:t>
            </a:r>
            <a:endParaRPr/>
          </a:p>
        </p:txBody>
      </p:sp>
      <p:sp>
        <p:nvSpPr>
          <p:cNvPr id="1053" name="Google Shape;1053;p93"/>
          <p:cNvSpPr txBox="1"/>
          <p:nvPr>
            <p:ph idx="3" type="body"/>
          </p:nvPr>
        </p:nvSpPr>
        <p:spPr>
          <a:xfrm>
            <a:off x="1022850" y="1693125"/>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Foundation &amp; Planning (October)</a:t>
            </a:r>
            <a:endParaRPr/>
          </a:p>
        </p:txBody>
      </p:sp>
      <p:sp>
        <p:nvSpPr>
          <p:cNvPr id="1054" name="Google Shape;1054;p93"/>
          <p:cNvSpPr txBox="1"/>
          <p:nvPr>
            <p:ph idx="4" type="body"/>
          </p:nvPr>
        </p:nvSpPr>
        <p:spPr>
          <a:xfrm>
            <a:off x="1022850" y="2307163"/>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Concept &amp; Design (November)</a:t>
            </a:r>
            <a:endParaRPr/>
          </a:p>
        </p:txBody>
      </p:sp>
      <p:sp>
        <p:nvSpPr>
          <p:cNvPr id="1055" name="Google Shape;1055;p93"/>
          <p:cNvSpPr txBox="1"/>
          <p:nvPr>
            <p:ph idx="5" type="body"/>
          </p:nvPr>
        </p:nvSpPr>
        <p:spPr>
          <a:xfrm>
            <a:off x="1022850" y="2921225"/>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Asset Creation (December–January)</a:t>
            </a:r>
            <a:endParaRPr/>
          </a:p>
        </p:txBody>
      </p:sp>
      <p:sp>
        <p:nvSpPr>
          <p:cNvPr id="1056" name="Google Shape;1056;p93"/>
          <p:cNvSpPr txBox="1"/>
          <p:nvPr>
            <p:ph idx="6" type="body"/>
          </p:nvPr>
        </p:nvSpPr>
        <p:spPr>
          <a:xfrm>
            <a:off x="1022850" y="3535325"/>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Single-Player Development &amp; Testing (January–May)</a:t>
            </a:r>
            <a:endParaRPr/>
          </a:p>
        </p:txBody>
      </p:sp>
      <p:sp>
        <p:nvSpPr>
          <p:cNvPr id="1057" name="Google Shape;1057;p93"/>
          <p:cNvSpPr txBox="1"/>
          <p:nvPr>
            <p:ph idx="7" type="body"/>
          </p:nvPr>
        </p:nvSpPr>
        <p:spPr>
          <a:xfrm>
            <a:off x="1022850" y="4149450"/>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Finalization &amp; Documentation (April-May)</a:t>
            </a:r>
            <a:endParaRPr/>
          </a:p>
        </p:txBody>
      </p:sp>
      <p:sp>
        <p:nvSpPr>
          <p:cNvPr id="1058" name="Google Shape;1058;p93"/>
          <p:cNvSpPr txBox="1"/>
          <p:nvPr/>
        </p:nvSpPr>
        <p:spPr>
          <a:xfrm>
            <a:off x="375925" y="1785907"/>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01.</a:t>
            </a:r>
            <a:endParaRPr sz="1500">
              <a:solidFill>
                <a:schemeClr val="dk1"/>
              </a:solidFill>
              <a:latin typeface="Chakra Petch SemiBold"/>
              <a:ea typeface="Chakra Petch SemiBold"/>
              <a:cs typeface="Chakra Petch SemiBold"/>
              <a:sym typeface="Chakra Petch SemiBold"/>
            </a:endParaRPr>
          </a:p>
        </p:txBody>
      </p:sp>
      <p:sp>
        <p:nvSpPr>
          <p:cNvPr id="1059" name="Google Shape;1059;p93"/>
          <p:cNvSpPr txBox="1"/>
          <p:nvPr/>
        </p:nvSpPr>
        <p:spPr>
          <a:xfrm>
            <a:off x="375925" y="2399963"/>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02.</a:t>
            </a:r>
            <a:endParaRPr sz="1500">
              <a:solidFill>
                <a:schemeClr val="dk1"/>
              </a:solidFill>
              <a:latin typeface="Chakra Petch SemiBold"/>
              <a:ea typeface="Chakra Petch SemiBold"/>
              <a:cs typeface="Chakra Petch SemiBold"/>
              <a:sym typeface="Chakra Petch SemiBold"/>
            </a:endParaRPr>
          </a:p>
        </p:txBody>
      </p:sp>
      <p:sp>
        <p:nvSpPr>
          <p:cNvPr id="1060" name="Google Shape;1060;p93"/>
          <p:cNvSpPr txBox="1"/>
          <p:nvPr/>
        </p:nvSpPr>
        <p:spPr>
          <a:xfrm>
            <a:off x="375925" y="3014018"/>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03.</a:t>
            </a:r>
            <a:endParaRPr sz="1500">
              <a:solidFill>
                <a:schemeClr val="dk1"/>
              </a:solidFill>
              <a:latin typeface="Chakra Petch SemiBold"/>
              <a:ea typeface="Chakra Petch SemiBold"/>
              <a:cs typeface="Chakra Petch SemiBold"/>
              <a:sym typeface="Chakra Petch SemiBold"/>
            </a:endParaRPr>
          </a:p>
        </p:txBody>
      </p:sp>
      <p:sp>
        <p:nvSpPr>
          <p:cNvPr id="1061" name="Google Shape;1061;p93"/>
          <p:cNvSpPr txBox="1"/>
          <p:nvPr/>
        </p:nvSpPr>
        <p:spPr>
          <a:xfrm>
            <a:off x="375925" y="3628074"/>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04.</a:t>
            </a:r>
            <a:endParaRPr sz="1500">
              <a:solidFill>
                <a:schemeClr val="dk1"/>
              </a:solidFill>
              <a:latin typeface="Chakra Petch SemiBold"/>
              <a:ea typeface="Chakra Petch SemiBold"/>
              <a:cs typeface="Chakra Petch SemiBold"/>
              <a:sym typeface="Chakra Petch SemiBold"/>
            </a:endParaRPr>
          </a:p>
        </p:txBody>
      </p:sp>
      <p:sp>
        <p:nvSpPr>
          <p:cNvPr id="1062" name="Google Shape;1062;p93"/>
          <p:cNvSpPr txBox="1"/>
          <p:nvPr/>
        </p:nvSpPr>
        <p:spPr>
          <a:xfrm>
            <a:off x="375925" y="4242129"/>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06.</a:t>
            </a:r>
            <a:endParaRPr sz="1500">
              <a:solidFill>
                <a:schemeClr val="dk1"/>
              </a:solidFill>
              <a:latin typeface="Chakra Petch SemiBold"/>
              <a:ea typeface="Chakra Petch SemiBold"/>
              <a:cs typeface="Chakra Petch SemiBold"/>
              <a:sym typeface="Chakra Petch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94"/>
          <p:cNvSpPr txBox="1"/>
          <p:nvPr>
            <p:ph type="title"/>
          </p:nvPr>
        </p:nvSpPr>
        <p:spPr>
          <a:xfrm>
            <a:off x="411450" y="565300"/>
            <a:ext cx="8321100" cy="134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9000"/>
              <a:t>Stretch Phase</a:t>
            </a:r>
            <a:endParaRPr sz="9000"/>
          </a:p>
        </p:txBody>
      </p:sp>
      <p:sp>
        <p:nvSpPr>
          <p:cNvPr id="1068" name="Google Shape;1068;p94"/>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69" name="Google Shape;1069;p9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0" name="Google Shape;1070;p94"/>
          <p:cNvSpPr txBox="1"/>
          <p:nvPr>
            <p:ph idx="4294967295" type="ctrTitle"/>
          </p:nvPr>
        </p:nvSpPr>
        <p:spPr>
          <a:xfrm>
            <a:off x="187300" y="2002600"/>
            <a:ext cx="8514900" cy="33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 Multiplayer Development &amp; Testing</a:t>
            </a:r>
            <a:endParaRPr/>
          </a:p>
          <a:p>
            <a:pPr indent="0" lvl="0" marL="0" rtl="0" algn="l">
              <a:spcBef>
                <a:spcPts val="0"/>
              </a:spcBef>
              <a:spcAft>
                <a:spcPts val="0"/>
              </a:spcAft>
              <a:buNone/>
            </a:pPr>
            <a:r>
              <a:t/>
            </a:r>
            <a:endParaRPr sz="4000"/>
          </a:p>
          <a:p>
            <a:pPr indent="0" lvl="0" marL="0" rtl="0" algn="l">
              <a:spcBef>
                <a:spcPts val="0"/>
              </a:spcBef>
              <a:spcAft>
                <a:spcPts val="0"/>
              </a:spcAft>
              <a:buNone/>
            </a:pPr>
            <a:r>
              <a:rPr lang="en"/>
              <a:t>07. Publication </a:t>
            </a:r>
            <a:endParaRPr sz="4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95"/>
          <p:cNvSpPr txBox="1"/>
          <p:nvPr>
            <p:ph type="title"/>
          </p:nvPr>
        </p:nvSpPr>
        <p:spPr>
          <a:xfrm>
            <a:off x="1129350" y="692555"/>
            <a:ext cx="6885300" cy="81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Current Project Progress</a:t>
            </a:r>
            <a:endParaRPr sz="4500"/>
          </a:p>
        </p:txBody>
      </p:sp>
      <p:sp>
        <p:nvSpPr>
          <p:cNvPr id="1076" name="Google Shape;1076;p95"/>
          <p:cNvSpPr txBox="1"/>
          <p:nvPr>
            <p:ph idx="1" type="body"/>
          </p:nvPr>
        </p:nvSpPr>
        <p:spPr>
          <a:xfrm>
            <a:off x="1129350" y="1377733"/>
            <a:ext cx="6885300" cy="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1077" name="Google Shape;1077;p95"/>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78" name="Google Shape;1078;p9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79" name="Google Shape;1079;p95"/>
          <p:cNvPicPr preferRelativeResize="0"/>
          <p:nvPr/>
        </p:nvPicPr>
        <p:blipFill>
          <a:blip r:embed="rId3">
            <a:alphaModFix/>
          </a:blip>
          <a:stretch>
            <a:fillRect/>
          </a:stretch>
        </p:blipFill>
        <p:spPr>
          <a:xfrm>
            <a:off x="844825" y="1907775"/>
            <a:ext cx="3394106" cy="2208875"/>
          </a:xfrm>
          <a:prstGeom prst="rect">
            <a:avLst/>
          </a:prstGeom>
          <a:noFill/>
          <a:ln>
            <a:noFill/>
          </a:ln>
        </p:spPr>
      </p:pic>
      <p:pic>
        <p:nvPicPr>
          <p:cNvPr id="1080" name="Google Shape;1080;p95"/>
          <p:cNvPicPr preferRelativeResize="0"/>
          <p:nvPr/>
        </p:nvPicPr>
        <p:blipFill>
          <a:blip r:embed="rId4">
            <a:alphaModFix/>
          </a:blip>
          <a:stretch>
            <a:fillRect/>
          </a:stretch>
        </p:blipFill>
        <p:spPr>
          <a:xfrm>
            <a:off x="4851925" y="2073101"/>
            <a:ext cx="3815224" cy="19567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96"/>
          <p:cNvSpPr txBox="1"/>
          <p:nvPr>
            <p:ph type="title"/>
          </p:nvPr>
        </p:nvSpPr>
        <p:spPr>
          <a:xfrm>
            <a:off x="411450" y="1372725"/>
            <a:ext cx="8321100" cy="134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7200"/>
              <a:t>Expected Deliverable</a:t>
            </a:r>
            <a:endParaRPr sz="7200"/>
          </a:p>
        </p:txBody>
      </p:sp>
      <p:sp>
        <p:nvSpPr>
          <p:cNvPr id="1086" name="Google Shape;1086;p96"/>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87" name="Google Shape;1087;p9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88" name="Google Shape;1088;p96"/>
          <p:cNvSpPr txBox="1"/>
          <p:nvPr>
            <p:ph idx="4294967295" type="ctrTitle"/>
          </p:nvPr>
        </p:nvSpPr>
        <p:spPr>
          <a:xfrm>
            <a:off x="187350" y="2832450"/>
            <a:ext cx="8514900" cy="33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Early Alpha Build</a:t>
            </a:r>
            <a:endParaRPr/>
          </a:p>
          <a:p>
            <a:pPr indent="0" lvl="0" marL="0" rtl="0" algn="l">
              <a:spcBef>
                <a:spcPts val="0"/>
              </a:spcBef>
              <a:spcAft>
                <a:spcPts val="0"/>
              </a:spcAft>
              <a:buNone/>
            </a:pPr>
            <a:r>
              <a:t/>
            </a:r>
            <a:endParaRPr sz="4000"/>
          </a:p>
          <a:p>
            <a:pPr indent="0" lvl="0" marL="0" rtl="0" algn="l">
              <a:spcBef>
                <a:spcPts val="0"/>
              </a:spcBef>
              <a:spcAft>
                <a:spcPts val="0"/>
              </a:spcAft>
              <a:buNone/>
            </a:pPr>
            <a:r>
              <a:t/>
            </a:r>
            <a:endParaRPr sz="4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9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4" name="Google Shape;1094;p97"/>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ByteForge</a:t>
            </a:r>
            <a:endParaRPr/>
          </a:p>
        </p:txBody>
      </p:sp>
      <p:sp>
        <p:nvSpPr>
          <p:cNvPr id="1095" name="Google Shape;1095;p97"/>
          <p:cNvSpPr txBox="1"/>
          <p:nvPr>
            <p:ph idx="3" type="body"/>
          </p:nvPr>
        </p:nvSpPr>
        <p:spPr>
          <a:xfrm>
            <a:off x="365625" y="794973"/>
            <a:ext cx="8412600" cy="264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9000"/>
              <a:t>Thanks for Reading</a:t>
            </a:r>
            <a:endParaRPr sz="9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98"/>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THANKS FOR PLAYING</a:t>
            </a:r>
            <a:endParaRPr/>
          </a:p>
        </p:txBody>
      </p:sp>
      <p:sp>
        <p:nvSpPr>
          <p:cNvPr id="1101" name="Google Shape;1101;p98"/>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GUESS THE OBJECT</a:t>
            </a:r>
            <a:endParaRPr/>
          </a:p>
        </p:txBody>
      </p:sp>
      <p:sp>
        <p:nvSpPr>
          <p:cNvPr id="1102" name="Google Shape;1102;p98"/>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 FOR PLAYING</a:t>
            </a:r>
            <a:endParaRPr/>
          </a:p>
        </p:txBody>
      </p:sp>
      <p:sp>
        <p:nvSpPr>
          <p:cNvPr id="1103" name="Google Shape;1103;p9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Educational Games #4">
  <a:themeElements>
    <a:clrScheme name="Simple Light">
      <a:dk1>
        <a:srgbClr val="FFA38F"/>
      </a:dk1>
      <a:lt1>
        <a:srgbClr val="631212"/>
      </a:lt1>
      <a:dk2>
        <a:srgbClr val="FFFFFF"/>
      </a:dk2>
      <a:lt2>
        <a:srgbClr val="DDDDD8"/>
      </a:lt2>
      <a:accent1>
        <a:srgbClr val="2F4550"/>
      </a:accent1>
      <a:accent2>
        <a:srgbClr val="586F7C"/>
      </a:accent2>
      <a:accent3>
        <a:srgbClr val="9AC4F8"/>
      </a:accent3>
      <a:accent4>
        <a:srgbClr val="FFFECB"/>
      </a:accent4>
      <a:accent5>
        <a:srgbClr val="638475"/>
      </a:accent5>
      <a:accent6>
        <a:srgbClr val="635380"/>
      </a:accent6>
      <a:hlink>
        <a:srgbClr val="FFA38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